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12"/>
  </p:notesMasterIdLst>
  <p:sldIdLst>
    <p:sldId id="256" r:id="rId3"/>
    <p:sldId id="257" r:id="rId4"/>
    <p:sldId id="261" r:id="rId5"/>
    <p:sldId id="265" r:id="rId6"/>
    <p:sldId id="266" r:id="rId7"/>
    <p:sldId id="263" r:id="rId8"/>
    <p:sldId id="259" r:id="rId9"/>
    <p:sldId id="260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D9BEF8-1404-4A7E-829E-2603CFE6FBA9}" v="19" dt="2025-12-10T12:07:10.6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jendu, Gikonyo L CDT 2026" userId="a2d124b2-5a74-4615-aa34-1abbcff83342" providerId="ADAL" clId="{C6B3FC10-5520-4506-90E0-DB4384B87DA5}"/>
    <pc:docChg chg="undo custSel modSld">
      <pc:chgData name="Njendu, Gikonyo L CDT 2026" userId="a2d124b2-5a74-4615-aa34-1abbcff83342" providerId="ADAL" clId="{C6B3FC10-5520-4506-90E0-DB4384B87DA5}" dt="2025-12-10T17:41:27.679" v="490" actId="20577"/>
      <pc:docMkLst>
        <pc:docMk/>
      </pc:docMkLst>
      <pc:sldChg chg="addSp delSp modSp mod">
        <pc:chgData name="Njendu, Gikonyo L CDT 2026" userId="a2d124b2-5a74-4615-aa34-1abbcff83342" providerId="ADAL" clId="{C6B3FC10-5520-4506-90E0-DB4384B87DA5}" dt="2025-12-10T07:30:29.037" v="442" actId="1076"/>
        <pc:sldMkLst>
          <pc:docMk/>
          <pc:sldMk cId="2491574513" sldId="259"/>
        </pc:sldMkLst>
        <pc:spChg chg="mod">
          <ac:chgData name="Njendu, Gikonyo L CDT 2026" userId="a2d124b2-5a74-4615-aa34-1abbcff83342" providerId="ADAL" clId="{C6B3FC10-5520-4506-90E0-DB4384B87DA5}" dt="2025-12-10T07:24:51.954" v="427" actId="20577"/>
          <ac:spMkLst>
            <pc:docMk/>
            <pc:sldMk cId="2491574513" sldId="259"/>
            <ac:spMk id="4" creationId="{A3CE538E-AF8A-5A1B-8701-B2347B2FCE25}"/>
          </ac:spMkLst>
        </pc:spChg>
        <pc:spChg chg="del">
          <ac:chgData name="Njendu, Gikonyo L CDT 2026" userId="a2d124b2-5a74-4615-aa34-1abbcff83342" providerId="ADAL" clId="{C6B3FC10-5520-4506-90E0-DB4384B87DA5}" dt="2025-12-10T06:51:26.066" v="187" actId="478"/>
          <ac:spMkLst>
            <pc:docMk/>
            <pc:sldMk cId="2491574513" sldId="259"/>
            <ac:spMk id="5" creationId="{B081E8AB-5DE9-CED5-C24F-CBA47F180712}"/>
          </ac:spMkLst>
        </pc:spChg>
        <pc:spChg chg="mod">
          <ac:chgData name="Njendu, Gikonyo L CDT 2026" userId="a2d124b2-5a74-4615-aa34-1abbcff83342" providerId="ADAL" clId="{C6B3FC10-5520-4506-90E0-DB4384B87DA5}" dt="2025-12-10T07:24:33.985" v="406" actId="1076"/>
          <ac:spMkLst>
            <pc:docMk/>
            <pc:sldMk cId="2491574513" sldId="259"/>
            <ac:spMk id="6" creationId="{8C24A7C4-CFCE-64BD-0304-BCCF3DF9362F}"/>
          </ac:spMkLst>
        </pc:spChg>
        <pc:picChg chg="mod">
          <ac:chgData name="Njendu, Gikonyo L CDT 2026" userId="a2d124b2-5a74-4615-aa34-1abbcff83342" providerId="ADAL" clId="{C6B3FC10-5520-4506-90E0-DB4384B87DA5}" dt="2025-12-10T07:30:29.037" v="442" actId="1076"/>
          <ac:picMkLst>
            <pc:docMk/>
            <pc:sldMk cId="2491574513" sldId="259"/>
            <ac:picMk id="9" creationId="{23452BB1-1DF4-F8B4-7675-210E8A565A8A}"/>
          </ac:picMkLst>
        </pc:picChg>
        <pc:picChg chg="add mod">
          <ac:chgData name="Njendu, Gikonyo L CDT 2026" userId="a2d124b2-5a74-4615-aa34-1abbcff83342" providerId="ADAL" clId="{C6B3FC10-5520-4506-90E0-DB4384B87DA5}" dt="2025-12-10T07:28:47.172" v="440" actId="14100"/>
          <ac:picMkLst>
            <pc:docMk/>
            <pc:sldMk cId="2491574513" sldId="259"/>
            <ac:picMk id="10" creationId="{414B30E5-7003-72DF-4758-DADE72DC48A3}"/>
          </ac:picMkLst>
        </pc:picChg>
      </pc:sldChg>
      <pc:sldChg chg="modSp mod">
        <pc:chgData name="Njendu, Gikonyo L CDT 2026" userId="a2d124b2-5a74-4615-aa34-1abbcff83342" providerId="ADAL" clId="{C6B3FC10-5520-4506-90E0-DB4384B87DA5}" dt="2025-12-10T17:41:27.679" v="490" actId="20577"/>
        <pc:sldMkLst>
          <pc:docMk/>
          <pc:sldMk cId="2380531703" sldId="261"/>
        </pc:sldMkLst>
        <pc:spChg chg="mod">
          <ac:chgData name="Njendu, Gikonyo L CDT 2026" userId="a2d124b2-5a74-4615-aa34-1abbcff83342" providerId="ADAL" clId="{C6B3FC10-5520-4506-90E0-DB4384B87DA5}" dt="2025-12-10T06:53:36.222" v="300" actId="20577"/>
          <ac:spMkLst>
            <pc:docMk/>
            <pc:sldMk cId="2380531703" sldId="261"/>
            <ac:spMk id="2" creationId="{C5678BD5-61BD-C669-EA21-A0AE4A6BB09F}"/>
          </ac:spMkLst>
        </pc:spChg>
        <pc:spChg chg="mod">
          <ac:chgData name="Njendu, Gikonyo L CDT 2026" userId="a2d124b2-5a74-4615-aa34-1abbcff83342" providerId="ADAL" clId="{C6B3FC10-5520-4506-90E0-DB4384B87DA5}" dt="2025-12-10T17:41:27.679" v="490" actId="20577"/>
          <ac:spMkLst>
            <pc:docMk/>
            <pc:sldMk cId="2380531703" sldId="261"/>
            <ac:spMk id="7" creationId="{9EF8A995-7C54-D7B4-2F83-1BED1B484838}"/>
          </ac:spMkLst>
        </pc:spChg>
        <pc:spChg chg="mod">
          <ac:chgData name="Njendu, Gikonyo L CDT 2026" userId="a2d124b2-5a74-4615-aa34-1abbcff83342" providerId="ADAL" clId="{C6B3FC10-5520-4506-90E0-DB4384B87DA5}" dt="2025-12-10T06:53:26.277" v="276" actId="20577"/>
          <ac:spMkLst>
            <pc:docMk/>
            <pc:sldMk cId="2380531703" sldId="261"/>
            <ac:spMk id="8" creationId="{DE47EEE1-4C61-92C3-CD3D-1B044A275947}"/>
          </ac:spMkLst>
        </pc:spChg>
      </pc:sldChg>
      <pc:sldChg chg="addSp delSp modSp mod">
        <pc:chgData name="Njendu, Gikonyo L CDT 2026" userId="a2d124b2-5a74-4615-aa34-1abbcff83342" providerId="ADAL" clId="{C6B3FC10-5520-4506-90E0-DB4384B87DA5}" dt="2025-12-10T07:26:03.161" v="439" actId="1076"/>
        <pc:sldMkLst>
          <pc:docMk/>
          <pc:sldMk cId="204621818" sldId="263"/>
        </pc:sldMkLst>
        <pc:spChg chg="del">
          <ac:chgData name="Njendu, Gikonyo L CDT 2026" userId="a2d124b2-5a74-4615-aa34-1abbcff83342" providerId="ADAL" clId="{C6B3FC10-5520-4506-90E0-DB4384B87DA5}" dt="2025-12-10T07:21:30.532" v="374" actId="478"/>
          <ac:spMkLst>
            <pc:docMk/>
            <pc:sldMk cId="204621818" sldId="263"/>
            <ac:spMk id="3" creationId="{1B72429F-58AB-58AF-13B4-AE4502560B93}"/>
          </ac:spMkLst>
        </pc:spChg>
        <pc:spChg chg="add mod">
          <ac:chgData name="Njendu, Gikonyo L CDT 2026" userId="a2d124b2-5a74-4615-aa34-1abbcff83342" providerId="ADAL" clId="{C6B3FC10-5520-4506-90E0-DB4384B87DA5}" dt="2025-12-10T07:26:03.161" v="439" actId="1076"/>
          <ac:spMkLst>
            <pc:docMk/>
            <pc:sldMk cId="204621818" sldId="263"/>
            <ac:spMk id="9" creationId="{EC27BF4C-B6C4-3389-3924-7BCB90A13B5E}"/>
          </ac:spMkLst>
        </pc:spChg>
        <pc:picChg chg="add del mod">
          <ac:chgData name="Njendu, Gikonyo L CDT 2026" userId="a2d124b2-5a74-4615-aa34-1abbcff83342" providerId="ADAL" clId="{C6B3FC10-5520-4506-90E0-DB4384B87DA5}" dt="2025-12-10T07:23:39.393" v="391" actId="478"/>
          <ac:picMkLst>
            <pc:docMk/>
            <pc:sldMk cId="204621818" sldId="263"/>
            <ac:picMk id="6" creationId="{23BCBFC4-79BB-E7FD-D7B7-D57A2F606ACB}"/>
          </ac:picMkLst>
        </pc:picChg>
        <pc:picChg chg="add mod">
          <ac:chgData name="Njendu, Gikonyo L CDT 2026" userId="a2d124b2-5a74-4615-aa34-1abbcff83342" providerId="ADAL" clId="{C6B3FC10-5520-4506-90E0-DB4384B87DA5}" dt="2025-12-10T07:25:56.062" v="438" actId="1076"/>
          <ac:picMkLst>
            <pc:docMk/>
            <pc:sldMk cId="204621818" sldId="263"/>
            <ac:picMk id="8" creationId="{9A9E5A9C-2610-51D8-79D1-55DD2F956E3B}"/>
          </ac:picMkLst>
        </pc:picChg>
      </pc:sldChg>
      <pc:sldChg chg="modSp mod">
        <pc:chgData name="Njendu, Gikonyo L CDT 2026" userId="a2d124b2-5a74-4615-aa34-1abbcff83342" providerId="ADAL" clId="{C6B3FC10-5520-4506-90E0-DB4384B87DA5}" dt="2025-12-10T06:55:12.011" v="352" actId="1076"/>
        <pc:sldMkLst>
          <pc:docMk/>
          <pc:sldMk cId="2165809090" sldId="264"/>
        </pc:sldMkLst>
        <pc:spChg chg="mod">
          <ac:chgData name="Njendu, Gikonyo L CDT 2026" userId="a2d124b2-5a74-4615-aa34-1abbcff83342" providerId="ADAL" clId="{C6B3FC10-5520-4506-90E0-DB4384B87DA5}" dt="2025-12-10T06:55:12.011" v="352" actId="1076"/>
          <ac:spMkLst>
            <pc:docMk/>
            <pc:sldMk cId="2165809090" sldId="264"/>
            <ac:spMk id="3" creationId="{60663048-FD9C-DB8E-B6F0-BB2E11880EC4}"/>
          </ac:spMkLst>
        </pc:spChg>
      </pc:sldChg>
      <pc:sldChg chg="modSp mod">
        <pc:chgData name="Njendu, Gikonyo L CDT 2026" userId="a2d124b2-5a74-4615-aa34-1abbcff83342" providerId="ADAL" clId="{C6B3FC10-5520-4506-90E0-DB4384B87DA5}" dt="2025-12-10T06:58:47.013" v="373" actId="115"/>
        <pc:sldMkLst>
          <pc:docMk/>
          <pc:sldMk cId="3571717140" sldId="265"/>
        </pc:sldMkLst>
        <pc:spChg chg="mod">
          <ac:chgData name="Njendu, Gikonyo L CDT 2026" userId="a2d124b2-5a74-4615-aa34-1abbcff83342" providerId="ADAL" clId="{C6B3FC10-5520-4506-90E0-DB4384B87DA5}" dt="2025-12-10T06:53:42.387" v="324" actId="20577"/>
          <ac:spMkLst>
            <pc:docMk/>
            <pc:sldMk cId="3571717140" sldId="265"/>
            <ac:spMk id="5" creationId="{9809BBDB-28CA-4128-651D-45F0222205EF}"/>
          </ac:spMkLst>
        </pc:spChg>
        <pc:spChg chg="mod">
          <ac:chgData name="Njendu, Gikonyo L CDT 2026" userId="a2d124b2-5a74-4615-aa34-1abbcff83342" providerId="ADAL" clId="{C6B3FC10-5520-4506-90E0-DB4384B87DA5}" dt="2025-12-10T06:58:47.013" v="373" actId="115"/>
          <ac:spMkLst>
            <pc:docMk/>
            <pc:sldMk cId="3571717140" sldId="265"/>
            <ac:spMk id="14" creationId="{184ED246-F10F-4144-F361-A481407B2433}"/>
          </ac:spMkLst>
        </pc:spChg>
      </pc:sldChg>
      <pc:sldChg chg="addSp modSp mod">
        <pc:chgData name="Njendu, Gikonyo L CDT 2026" userId="a2d124b2-5a74-4615-aa34-1abbcff83342" providerId="ADAL" clId="{C6B3FC10-5520-4506-90E0-DB4384B87DA5}" dt="2025-12-10T12:07:10.645" v="450" actId="20577"/>
        <pc:sldMkLst>
          <pc:docMk/>
          <pc:sldMk cId="1507930657" sldId="266"/>
        </pc:sldMkLst>
        <pc:spChg chg="mod">
          <ac:chgData name="Njendu, Gikonyo L CDT 2026" userId="a2d124b2-5a74-4615-aa34-1abbcff83342" providerId="ADAL" clId="{C6B3FC10-5520-4506-90E0-DB4384B87DA5}" dt="2025-12-10T06:53:48.139" v="346" actId="20577"/>
          <ac:spMkLst>
            <pc:docMk/>
            <pc:sldMk cId="1507930657" sldId="266"/>
            <ac:spMk id="6" creationId="{33AD55D0-7D24-5456-44BA-F64EE38DB3EB}"/>
          </ac:spMkLst>
        </pc:spChg>
        <pc:spChg chg="mod">
          <ac:chgData name="Njendu, Gikonyo L CDT 2026" userId="a2d124b2-5a74-4615-aa34-1abbcff83342" providerId="ADAL" clId="{C6B3FC10-5520-4506-90E0-DB4384B87DA5}" dt="2025-12-10T12:07:10.645" v="450" actId="20577"/>
          <ac:spMkLst>
            <pc:docMk/>
            <pc:sldMk cId="1507930657" sldId="266"/>
            <ac:spMk id="8" creationId="{B427991D-F2E9-2435-7EB5-728DCF68B6B4}"/>
          </ac:spMkLst>
        </pc:spChg>
        <pc:spChg chg="mod">
          <ac:chgData name="Njendu, Gikonyo L CDT 2026" userId="a2d124b2-5a74-4615-aa34-1abbcff83342" providerId="ADAL" clId="{C6B3FC10-5520-4506-90E0-DB4384B87DA5}" dt="2025-12-10T06:29:29.396" v="0" actId="1076"/>
          <ac:spMkLst>
            <pc:docMk/>
            <pc:sldMk cId="1507930657" sldId="266"/>
            <ac:spMk id="14" creationId="{3B837F48-9314-BB19-DC6A-1B647CD27CD5}"/>
          </ac:spMkLst>
        </pc:spChg>
        <pc:spChg chg="mod">
          <ac:chgData name="Njendu, Gikonyo L CDT 2026" userId="a2d124b2-5a74-4615-aa34-1abbcff83342" providerId="ADAL" clId="{C6B3FC10-5520-4506-90E0-DB4384B87DA5}" dt="2025-12-10T06:29:43.422" v="29" actId="1076"/>
          <ac:spMkLst>
            <pc:docMk/>
            <pc:sldMk cId="1507930657" sldId="266"/>
            <ac:spMk id="18" creationId="{4EB15B7E-4338-BC87-BA81-0109B8DAC6F4}"/>
          </ac:spMkLst>
        </pc:spChg>
        <pc:spChg chg="add mod">
          <ac:chgData name="Njendu, Gikonyo L CDT 2026" userId="a2d124b2-5a74-4615-aa34-1abbcff83342" providerId="ADAL" clId="{C6B3FC10-5520-4506-90E0-DB4384B87DA5}" dt="2025-12-10T06:40:10.064" v="186" actId="20577"/>
          <ac:spMkLst>
            <pc:docMk/>
            <pc:sldMk cId="1507930657" sldId="266"/>
            <ac:spMk id="19" creationId="{1A3A2B22-7876-43E8-3B7E-27070BB49140}"/>
          </ac:spMkLst>
        </pc:spChg>
        <pc:picChg chg="mod">
          <ac:chgData name="Njendu, Gikonyo L CDT 2026" userId="a2d124b2-5a74-4615-aa34-1abbcff83342" providerId="ADAL" clId="{C6B3FC10-5520-4506-90E0-DB4384B87DA5}" dt="2025-12-10T06:31:08.412" v="151" actId="1076"/>
          <ac:picMkLst>
            <pc:docMk/>
            <pc:sldMk cId="1507930657" sldId="266"/>
            <ac:picMk id="16" creationId="{38D90C30-C108-4F02-BEBA-A22F065817A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1D0F24-56C9-4EA0-BC07-0DBFEA35586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FA12CF-3DA0-46CA-B455-A6A0F7CB1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153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jpg"/><Relationship Id="rId2" Type="http://schemas.openxmlformats.org/officeDocument/2006/relationships/image" Target="../media/image2.jpg"/><Relationship Id="rId16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jp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 lIns="91390" tIns="45695" rIns="91390" bIns="45695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6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8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8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6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6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5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768379" y="6610028"/>
            <a:ext cx="423620" cy="247973"/>
          </a:xfrm>
          <a:prstGeom prst="rect">
            <a:avLst/>
          </a:prstGeom>
        </p:spPr>
        <p:txBody>
          <a:bodyPr lIns="71089" tIns="35544" rIns="71089" bIns="35544"/>
          <a:lstStyle>
            <a:lvl1pPr>
              <a:defRPr sz="9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fld id="{E7C7997A-DFF6-48DD-96C5-CAFF27EAB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976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1053" y="-35623"/>
            <a:ext cx="6420947" cy="867034"/>
          </a:xfrm>
          <a:prstGeom prst="rect">
            <a:avLst/>
          </a:prstGeom>
          <a:ln>
            <a:noFill/>
          </a:ln>
        </p:spPr>
        <p:txBody>
          <a:bodyPr lIns="91390" tIns="45695" rIns="91390" bIns="45695" anchor="ctr"/>
          <a:lstStyle>
            <a:lvl1pPr>
              <a:defRPr sz="2400" b="1" i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768379" y="6610028"/>
            <a:ext cx="423620" cy="247973"/>
          </a:xfrm>
          <a:prstGeom prst="rect">
            <a:avLst/>
          </a:prstGeom>
        </p:spPr>
        <p:txBody>
          <a:bodyPr lIns="71089" tIns="35544" rIns="71089" bIns="35544"/>
          <a:lstStyle>
            <a:lvl1pPr>
              <a:defRPr sz="9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fld id="{E7C7997A-DFF6-48DD-96C5-CAFF27EAB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045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6"/>
            <a:ext cx="10363200" cy="1362075"/>
          </a:xfrm>
          <a:prstGeom prst="rect">
            <a:avLst/>
          </a:prstGeom>
        </p:spPr>
        <p:txBody>
          <a:bodyPr lIns="91390" tIns="45695" rIns="91390" bIns="45695" anchor="t"/>
          <a:lstStyle>
            <a:lvl1pPr algn="l">
              <a:defRPr sz="4000" b="1" cap="all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694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8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083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778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47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167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862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55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lIns="71089" tIns="35544" rIns="71089" bIns="35544"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lIns="71089" tIns="35544" rIns="71089" bIns="35544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lIns="71089" tIns="35544" rIns="71089" bIns="35544"/>
          <a:lstStyle/>
          <a:p>
            <a:fld id="{E7C7997A-DFF6-48DD-96C5-CAFF27EAB30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5771053" y="2"/>
            <a:ext cx="6420947" cy="867034"/>
          </a:xfrm>
          <a:prstGeom prst="rect">
            <a:avLst/>
          </a:prstGeom>
          <a:ln>
            <a:noFill/>
          </a:ln>
        </p:spPr>
        <p:txBody>
          <a:bodyPr lIns="91390" tIns="45695" rIns="91390" bIns="45695" anchor="ctr"/>
          <a:lstStyle>
            <a:lvl1pPr>
              <a:defRPr sz="2400" b="1" i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09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Click to edit Master title style</a:t>
            </a:r>
          </a:p>
        </p:txBody>
      </p:sp>
      <p:sp>
        <p:nvSpPr>
          <p:cNvPr id="8" name="Slide Number Placeholder 4"/>
          <p:cNvSpPr txBox="1">
            <a:spLocks/>
          </p:cNvSpPr>
          <p:nvPr/>
        </p:nvSpPr>
        <p:spPr>
          <a:xfrm>
            <a:off x="11768379" y="6610028"/>
            <a:ext cx="423620" cy="247973"/>
          </a:xfrm>
          <a:prstGeom prst="rect">
            <a:avLst/>
          </a:prstGeom>
        </p:spPr>
        <p:txBody>
          <a:bodyPr lIns="71089" tIns="35544" rIns="71089" bIns="35544"/>
          <a:lstStyle>
            <a:lvl1pPr>
              <a:defRPr sz="9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FDED34C-DE97-4463-B92A-AD521C2553A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7467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84057" y="2"/>
            <a:ext cx="6407948" cy="867034"/>
          </a:xfrm>
          <a:prstGeom prst="rect">
            <a:avLst/>
          </a:prstGeom>
        </p:spPr>
        <p:txBody>
          <a:bodyPr lIns="91390" tIns="45695" rIns="91390" bIns="45695" anchor="ctr"/>
          <a:lstStyle>
            <a:lvl1pPr>
              <a:defRPr sz="2400" b="1" i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  <a:lvl3pPr>
              <a:defRPr sz="2000">
                <a:latin typeface="Arial" pitchFamily="34" charset="0"/>
                <a:cs typeface="Arial" pitchFamily="34" charset="0"/>
              </a:defRPr>
            </a:lvl3pPr>
            <a:lvl4pPr>
              <a:defRPr sz="1800">
                <a:latin typeface="Arial" pitchFamily="34" charset="0"/>
                <a:cs typeface="Arial" pitchFamily="34" charset="0"/>
              </a:defRPr>
            </a:lvl4pPr>
            <a:lvl5pPr>
              <a:defRPr sz="1800">
                <a:latin typeface="Arial" pitchFamily="34" charset="0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  <a:lvl3pPr>
              <a:defRPr sz="2000">
                <a:latin typeface="Arial" pitchFamily="34" charset="0"/>
                <a:cs typeface="Arial" pitchFamily="34" charset="0"/>
              </a:defRPr>
            </a:lvl3pPr>
            <a:lvl4pPr>
              <a:defRPr sz="1800">
                <a:latin typeface="Arial" pitchFamily="34" charset="0"/>
                <a:cs typeface="Arial" pitchFamily="34" charset="0"/>
              </a:defRPr>
            </a:lvl4pPr>
            <a:lvl5pPr>
              <a:defRPr sz="1800">
                <a:latin typeface="Arial" pitchFamily="34" charset="0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lIns="71089" tIns="35544" rIns="71089" bIns="35544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lIns="71089" tIns="35544" rIns="71089" bIns="35544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lIns="71089" tIns="35544" rIns="71089" bIns="35544"/>
          <a:lstStyle/>
          <a:p>
            <a:fld id="{E7C7997A-DFF6-48DD-96C5-CAFF27EAB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09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84057" y="4"/>
            <a:ext cx="6407948" cy="879077"/>
          </a:xfrm>
          <a:prstGeom prst="rect">
            <a:avLst/>
          </a:prstGeom>
        </p:spPr>
        <p:txBody>
          <a:bodyPr lIns="91390" tIns="45695" rIns="91390" bIns="45695" anchor="ctr"/>
          <a:lstStyle>
            <a:lvl1pPr>
              <a:defRPr sz="2400" b="1" i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945" indent="0">
              <a:buNone/>
              <a:defRPr sz="2000" b="1"/>
            </a:lvl2pPr>
            <a:lvl3pPr marL="913892" indent="0">
              <a:buNone/>
              <a:defRPr sz="1800" b="1"/>
            </a:lvl3pPr>
            <a:lvl4pPr marL="1370839" indent="0">
              <a:buNone/>
              <a:defRPr sz="1600" b="1"/>
            </a:lvl4pPr>
            <a:lvl5pPr marL="1827785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676" indent="0">
              <a:buNone/>
              <a:defRPr sz="1600" b="1"/>
            </a:lvl7pPr>
            <a:lvl8pPr marL="3198622" indent="0">
              <a:buNone/>
              <a:defRPr sz="1600" b="1"/>
            </a:lvl8pPr>
            <a:lvl9pPr marL="365556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945" indent="0">
              <a:buNone/>
              <a:defRPr sz="2000" b="1"/>
            </a:lvl2pPr>
            <a:lvl3pPr marL="913892" indent="0">
              <a:buNone/>
              <a:defRPr sz="1800" b="1"/>
            </a:lvl3pPr>
            <a:lvl4pPr marL="1370839" indent="0">
              <a:buNone/>
              <a:defRPr sz="1600" b="1"/>
            </a:lvl4pPr>
            <a:lvl5pPr marL="1827785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676" indent="0">
              <a:buNone/>
              <a:defRPr sz="1600" b="1"/>
            </a:lvl7pPr>
            <a:lvl8pPr marL="3198622" indent="0">
              <a:buNone/>
              <a:defRPr sz="1600" b="1"/>
            </a:lvl8pPr>
            <a:lvl9pPr marL="365556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lIns="71089" tIns="35544" rIns="71089" bIns="35544"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lIns="71089" tIns="35544" rIns="71089" bIns="35544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lIns="71089" tIns="35544" rIns="71089" bIns="35544"/>
          <a:lstStyle/>
          <a:p>
            <a:fld id="{E7C7997A-DFF6-48DD-96C5-CAFF27EAB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516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1053" y="4"/>
            <a:ext cx="6420947" cy="879077"/>
          </a:xfrm>
          <a:prstGeom prst="rect">
            <a:avLst/>
          </a:prstGeom>
        </p:spPr>
        <p:txBody>
          <a:bodyPr lIns="91390" tIns="45695" rIns="91390" bIns="45695" anchor="ctr"/>
          <a:lstStyle>
            <a:lvl1pPr>
              <a:defRPr sz="2400" b="1" i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lIns="71089" tIns="35544" rIns="71089" bIns="35544"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lIns="71089" tIns="35544" rIns="71089" bIns="35544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lIns="71089" tIns="35544" rIns="71089" bIns="35544"/>
          <a:lstStyle/>
          <a:p>
            <a:fld id="{E7C7997A-DFF6-48DD-96C5-CAFF27EAB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168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lIns="71089" tIns="35544" rIns="71089" bIns="35544"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lIns="71089" tIns="35544" rIns="71089" bIns="35544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lIns="71089" tIns="35544" rIns="71089" bIns="35544"/>
          <a:lstStyle/>
          <a:p>
            <a:fld id="{E7C7997A-DFF6-48DD-96C5-CAFF27EAB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489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</p:spPr>
        <p:txBody>
          <a:bodyPr lIns="91390" tIns="45695" rIns="91390" bIns="45695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6945" indent="0">
              <a:buNone/>
              <a:defRPr sz="1200"/>
            </a:lvl2pPr>
            <a:lvl3pPr marL="913892" indent="0">
              <a:buNone/>
              <a:defRPr sz="1000"/>
            </a:lvl3pPr>
            <a:lvl4pPr marL="1370839" indent="0">
              <a:buNone/>
              <a:defRPr sz="900"/>
            </a:lvl4pPr>
            <a:lvl5pPr marL="1827785" indent="0">
              <a:buNone/>
              <a:defRPr sz="900"/>
            </a:lvl5pPr>
            <a:lvl6pPr marL="2284730" indent="0">
              <a:buNone/>
              <a:defRPr sz="900"/>
            </a:lvl6pPr>
            <a:lvl7pPr marL="2741676" indent="0">
              <a:buNone/>
              <a:defRPr sz="900"/>
            </a:lvl7pPr>
            <a:lvl8pPr marL="3198622" indent="0">
              <a:buNone/>
              <a:defRPr sz="900"/>
            </a:lvl8pPr>
            <a:lvl9pPr marL="365556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lIns="71089" tIns="35544" rIns="71089" bIns="35544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lIns="71089" tIns="35544" rIns="71089" bIns="35544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lIns="71089" tIns="35544" rIns="71089" bIns="35544"/>
          <a:lstStyle/>
          <a:p>
            <a:fld id="{E7C7997A-DFF6-48DD-96C5-CAFF27EAB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915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lIns="91390" tIns="45695" rIns="91390" bIns="45695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6945" indent="0">
              <a:buNone/>
              <a:defRPr sz="2800"/>
            </a:lvl2pPr>
            <a:lvl3pPr marL="913892" indent="0">
              <a:buNone/>
              <a:defRPr sz="2400"/>
            </a:lvl3pPr>
            <a:lvl4pPr marL="1370839" indent="0">
              <a:buNone/>
              <a:defRPr sz="2000"/>
            </a:lvl4pPr>
            <a:lvl5pPr marL="1827785" indent="0">
              <a:buNone/>
              <a:defRPr sz="2000"/>
            </a:lvl5pPr>
            <a:lvl6pPr marL="2284730" indent="0">
              <a:buNone/>
              <a:defRPr sz="2000"/>
            </a:lvl6pPr>
            <a:lvl7pPr marL="2741676" indent="0">
              <a:buNone/>
              <a:defRPr sz="2000"/>
            </a:lvl7pPr>
            <a:lvl8pPr marL="3198622" indent="0">
              <a:buNone/>
              <a:defRPr sz="2000"/>
            </a:lvl8pPr>
            <a:lvl9pPr marL="365556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6945" indent="0">
              <a:buNone/>
              <a:defRPr sz="1200"/>
            </a:lvl2pPr>
            <a:lvl3pPr marL="913892" indent="0">
              <a:buNone/>
              <a:defRPr sz="1000"/>
            </a:lvl3pPr>
            <a:lvl4pPr marL="1370839" indent="0">
              <a:buNone/>
              <a:defRPr sz="900"/>
            </a:lvl4pPr>
            <a:lvl5pPr marL="1827785" indent="0">
              <a:buNone/>
              <a:defRPr sz="900"/>
            </a:lvl5pPr>
            <a:lvl6pPr marL="2284730" indent="0">
              <a:buNone/>
              <a:defRPr sz="900"/>
            </a:lvl6pPr>
            <a:lvl7pPr marL="2741676" indent="0">
              <a:buNone/>
              <a:defRPr sz="900"/>
            </a:lvl7pPr>
            <a:lvl8pPr marL="3198622" indent="0">
              <a:buNone/>
              <a:defRPr sz="900"/>
            </a:lvl8pPr>
            <a:lvl9pPr marL="365556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lIns="71089" tIns="35544" rIns="71089" bIns="35544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lIns="71089" tIns="35544" rIns="71089" bIns="35544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lIns="71089" tIns="35544" rIns="71089" bIns="35544"/>
          <a:lstStyle/>
          <a:p>
            <a:fld id="{E7C7997A-DFF6-48DD-96C5-CAFF27EAB30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5771053" y="2"/>
            <a:ext cx="6420947" cy="867034"/>
          </a:xfrm>
          <a:prstGeom prst="rect">
            <a:avLst/>
          </a:prstGeom>
          <a:ln>
            <a:noFill/>
          </a:ln>
        </p:spPr>
        <p:txBody>
          <a:bodyPr lIns="91390" tIns="45695" rIns="91390" bIns="45695" anchor="ctr"/>
          <a:lstStyle>
            <a:lvl1pPr>
              <a:defRPr sz="2400" b="1" i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09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5196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0045" y="4"/>
            <a:ext cx="6381955" cy="879077"/>
          </a:xfrm>
          <a:prstGeom prst="rect">
            <a:avLst/>
          </a:prstGeom>
        </p:spPr>
        <p:txBody>
          <a:bodyPr lIns="91390" tIns="45695" rIns="91390" bIns="45695" anchor="ctr"/>
          <a:lstStyle>
            <a:lvl1pPr>
              <a:defRPr sz="2400" b="1" i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lIns="71089" tIns="35544" rIns="71089" bIns="35544"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lIns="71089" tIns="35544" rIns="71089" bIns="35544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lIns="71089" tIns="35544" rIns="71089" bIns="35544"/>
          <a:lstStyle/>
          <a:p>
            <a:fld id="{E7C7997A-DFF6-48DD-96C5-CAFF27EAB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7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 lIns="91390" tIns="45695" rIns="91390" bIns="4569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lIns="71089" tIns="35544" rIns="71089" bIns="35544"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lIns="71089" tIns="35544" rIns="71089" bIns="35544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lIns="71089" tIns="35544" rIns="71089" bIns="35544"/>
          <a:lstStyle/>
          <a:p>
            <a:fld id="{E7C7997A-DFF6-48DD-96C5-CAFF27EAB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89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0" y="4"/>
            <a:ext cx="6096000" cy="879077"/>
          </a:xfrm>
          <a:prstGeom prst="rect">
            <a:avLst/>
          </a:prstGeom>
        </p:spPr>
        <p:txBody>
          <a:bodyPr lIns="91390" tIns="45695" rIns="91390" bIns="45695" anchor="ctr"/>
          <a:lstStyle>
            <a:lvl1pPr>
              <a:defRPr sz="2400" b="1" i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768379" y="6610028"/>
            <a:ext cx="423620" cy="247973"/>
          </a:xfrm>
          <a:prstGeom prst="rect">
            <a:avLst/>
          </a:prstGeom>
        </p:spPr>
        <p:txBody>
          <a:bodyPr lIns="71089" tIns="35544" rIns="71089" bIns="35544" anchor="ctr"/>
          <a:lstStyle>
            <a:lvl1pPr algn="ctr">
              <a:defRPr sz="900"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defRPr>
            </a:lvl1pPr>
          </a:lstStyle>
          <a:p>
            <a:fld id="{E7C7997A-DFF6-48DD-96C5-CAFF27EAB30D}" type="slidenum">
              <a:rPr lang="en-US" smtClean="0"/>
              <a:t>‹#›</a:t>
            </a:fld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>
            <a:off x="6096000" y="1066801"/>
            <a:ext cx="0" cy="53099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203200" y="3733801"/>
            <a:ext cx="117856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293C793-B41E-A241-966A-8437447FF1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33702" y="6425362"/>
            <a:ext cx="6324596" cy="369332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800" b="1" i="1"/>
            </a:lvl1pPr>
            <a:lvl2pPr marL="457048" indent="0">
              <a:buNone/>
              <a:defRPr/>
            </a:lvl2pPr>
          </a:lstStyle>
          <a:p>
            <a:pPr lvl="0"/>
            <a:r>
              <a:rPr lang="en-US"/>
              <a:t>Contact: </a:t>
            </a:r>
            <a:r>
              <a:rPr lang="en-US" err="1"/>
              <a:t>First.last@westpoint.edu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8801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484552" y="205077"/>
            <a:ext cx="4542790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 u="sng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  <p:extLst>
      <p:ext uri="{BB962C8B-B14F-4D97-AF65-F5344CB8AC3E}">
        <p14:creationId xmlns:p14="http://schemas.microsoft.com/office/powerpoint/2010/main" val="24583715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 u="sng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  <p:extLst>
      <p:ext uri="{BB962C8B-B14F-4D97-AF65-F5344CB8AC3E}">
        <p14:creationId xmlns:p14="http://schemas.microsoft.com/office/powerpoint/2010/main" val="9799761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  <p:extLst>
      <p:ext uri="{BB962C8B-B14F-4D97-AF65-F5344CB8AC3E}">
        <p14:creationId xmlns:p14="http://schemas.microsoft.com/office/powerpoint/2010/main" val="2446157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109118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2377" y="997747"/>
            <a:ext cx="142877" cy="9286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740693" y="2012950"/>
            <a:ext cx="5166995" cy="3634104"/>
          </a:xfrm>
          <a:custGeom>
            <a:avLst/>
            <a:gdLst/>
            <a:ahLst/>
            <a:cxnLst/>
            <a:rect l="l" t="t" r="r" b="b"/>
            <a:pathLst>
              <a:path w="5166995" h="3634104">
                <a:moveTo>
                  <a:pt x="0" y="3633787"/>
                </a:moveTo>
                <a:lnTo>
                  <a:pt x="12700" y="3500437"/>
                </a:lnTo>
                <a:lnTo>
                  <a:pt x="31750" y="3383756"/>
                </a:lnTo>
                <a:lnTo>
                  <a:pt x="46037" y="3336131"/>
                </a:lnTo>
                <a:lnTo>
                  <a:pt x="63500" y="3298825"/>
                </a:lnTo>
                <a:lnTo>
                  <a:pt x="115093" y="3260725"/>
                </a:lnTo>
                <a:lnTo>
                  <a:pt x="132556" y="3262312"/>
                </a:lnTo>
                <a:lnTo>
                  <a:pt x="153193" y="3271837"/>
                </a:lnTo>
                <a:lnTo>
                  <a:pt x="200818" y="3309143"/>
                </a:lnTo>
                <a:lnTo>
                  <a:pt x="313531" y="3424237"/>
                </a:lnTo>
                <a:lnTo>
                  <a:pt x="371475" y="3483768"/>
                </a:lnTo>
                <a:lnTo>
                  <a:pt x="424656" y="3532981"/>
                </a:lnTo>
                <a:lnTo>
                  <a:pt x="470693" y="3562350"/>
                </a:lnTo>
                <a:lnTo>
                  <a:pt x="489743" y="3566318"/>
                </a:lnTo>
                <a:lnTo>
                  <a:pt x="505618" y="3562350"/>
                </a:lnTo>
                <a:lnTo>
                  <a:pt x="517525" y="3548856"/>
                </a:lnTo>
                <a:lnTo>
                  <a:pt x="527050" y="3526631"/>
                </a:lnTo>
                <a:lnTo>
                  <a:pt x="536575" y="3461543"/>
                </a:lnTo>
                <a:lnTo>
                  <a:pt x="538162" y="3375025"/>
                </a:lnTo>
                <a:lnTo>
                  <a:pt x="535781" y="3278981"/>
                </a:lnTo>
                <a:lnTo>
                  <a:pt x="534193" y="3181350"/>
                </a:lnTo>
                <a:lnTo>
                  <a:pt x="535781" y="3093243"/>
                </a:lnTo>
                <a:lnTo>
                  <a:pt x="546100" y="3024981"/>
                </a:lnTo>
                <a:lnTo>
                  <a:pt x="567531" y="2985293"/>
                </a:lnTo>
                <a:lnTo>
                  <a:pt x="584200" y="2978943"/>
                </a:lnTo>
                <a:lnTo>
                  <a:pt x="604043" y="2980531"/>
                </a:lnTo>
                <a:lnTo>
                  <a:pt x="652462" y="3004343"/>
                </a:lnTo>
                <a:lnTo>
                  <a:pt x="708818" y="3046412"/>
                </a:lnTo>
                <a:lnTo>
                  <a:pt x="769937" y="3098006"/>
                </a:lnTo>
                <a:lnTo>
                  <a:pt x="830262" y="3149600"/>
                </a:lnTo>
                <a:lnTo>
                  <a:pt x="885825" y="3193256"/>
                </a:lnTo>
                <a:lnTo>
                  <a:pt x="932656" y="3217862"/>
                </a:lnTo>
                <a:lnTo>
                  <a:pt x="952500" y="3221037"/>
                </a:lnTo>
                <a:lnTo>
                  <a:pt x="967581" y="3216275"/>
                </a:lnTo>
                <a:lnTo>
                  <a:pt x="978693" y="3202781"/>
                </a:lnTo>
                <a:lnTo>
                  <a:pt x="985837" y="3182143"/>
                </a:lnTo>
                <a:lnTo>
                  <a:pt x="990600" y="3121025"/>
                </a:lnTo>
                <a:lnTo>
                  <a:pt x="985837" y="3042443"/>
                </a:lnTo>
                <a:lnTo>
                  <a:pt x="977106" y="2955131"/>
                </a:lnTo>
                <a:lnTo>
                  <a:pt x="969168" y="2867818"/>
                </a:lnTo>
                <a:lnTo>
                  <a:pt x="965993" y="2789237"/>
                </a:lnTo>
                <a:lnTo>
                  <a:pt x="973137" y="2727325"/>
                </a:lnTo>
                <a:lnTo>
                  <a:pt x="993775" y="2692400"/>
                </a:lnTo>
                <a:lnTo>
                  <a:pt x="1011237" y="2687637"/>
                </a:lnTo>
                <a:lnTo>
                  <a:pt x="1032668" y="2690018"/>
                </a:lnTo>
                <a:lnTo>
                  <a:pt x="1086643" y="2713831"/>
                </a:lnTo>
                <a:lnTo>
                  <a:pt x="1150937" y="2755900"/>
                </a:lnTo>
                <a:lnTo>
                  <a:pt x="1219993" y="2805906"/>
                </a:lnTo>
                <a:lnTo>
                  <a:pt x="1289050" y="2855912"/>
                </a:lnTo>
                <a:lnTo>
                  <a:pt x="1353343" y="2896393"/>
                </a:lnTo>
                <a:lnTo>
                  <a:pt x="1407318" y="2919412"/>
                </a:lnTo>
                <a:lnTo>
                  <a:pt x="1429543" y="2921000"/>
                </a:lnTo>
                <a:lnTo>
                  <a:pt x="1447006" y="2914650"/>
                </a:lnTo>
                <a:lnTo>
                  <a:pt x="1459706" y="2899568"/>
                </a:lnTo>
                <a:lnTo>
                  <a:pt x="1468437" y="2876550"/>
                </a:lnTo>
                <a:lnTo>
                  <a:pt x="1473993" y="2811462"/>
                </a:lnTo>
                <a:lnTo>
                  <a:pt x="1470025" y="2728912"/>
                </a:lnTo>
                <a:lnTo>
                  <a:pt x="1462087" y="2636043"/>
                </a:lnTo>
                <a:lnTo>
                  <a:pt x="1453356" y="2543175"/>
                </a:lnTo>
                <a:lnTo>
                  <a:pt x="1450975" y="2459831"/>
                </a:lnTo>
                <a:lnTo>
                  <a:pt x="1458118" y="2393950"/>
                </a:lnTo>
                <a:lnTo>
                  <a:pt x="1467643" y="2370137"/>
                </a:lnTo>
                <a:lnTo>
                  <a:pt x="1481931" y="2355056"/>
                </a:lnTo>
                <a:lnTo>
                  <a:pt x="1500981" y="2347912"/>
                </a:lnTo>
                <a:lnTo>
                  <a:pt x="1525587" y="2349500"/>
                </a:lnTo>
                <a:lnTo>
                  <a:pt x="1585912" y="2370137"/>
                </a:lnTo>
                <a:lnTo>
                  <a:pt x="1657350" y="2408237"/>
                </a:lnTo>
                <a:lnTo>
                  <a:pt x="1734343" y="2455068"/>
                </a:lnTo>
                <a:lnTo>
                  <a:pt x="1810543" y="2502693"/>
                </a:lnTo>
                <a:lnTo>
                  <a:pt x="1880393" y="2541587"/>
                </a:lnTo>
                <a:lnTo>
                  <a:pt x="1939131" y="2563018"/>
                </a:lnTo>
                <a:lnTo>
                  <a:pt x="1962150" y="2565400"/>
                </a:lnTo>
                <a:lnTo>
                  <a:pt x="1979612" y="2559050"/>
                </a:lnTo>
                <a:lnTo>
                  <a:pt x="1991518" y="2544762"/>
                </a:lnTo>
                <a:lnTo>
                  <a:pt x="1998662" y="2523331"/>
                </a:lnTo>
                <a:lnTo>
                  <a:pt x="1998662" y="2462212"/>
                </a:lnTo>
                <a:lnTo>
                  <a:pt x="1987550" y="2384425"/>
                </a:lnTo>
                <a:lnTo>
                  <a:pt x="1970087" y="2297906"/>
                </a:lnTo>
                <a:lnTo>
                  <a:pt x="1952625" y="2211387"/>
                </a:lnTo>
                <a:lnTo>
                  <a:pt x="1941512" y="2133600"/>
                </a:lnTo>
                <a:lnTo>
                  <a:pt x="1942306" y="2071687"/>
                </a:lnTo>
                <a:lnTo>
                  <a:pt x="1949450" y="2050256"/>
                </a:lnTo>
                <a:lnTo>
                  <a:pt x="1961356" y="2035968"/>
                </a:lnTo>
                <a:lnTo>
                  <a:pt x="1979612" y="2029618"/>
                </a:lnTo>
                <a:lnTo>
                  <a:pt x="2003425" y="2030412"/>
                </a:lnTo>
                <a:lnTo>
                  <a:pt x="2063750" y="2050256"/>
                </a:lnTo>
                <a:lnTo>
                  <a:pt x="2136775" y="2086768"/>
                </a:lnTo>
                <a:lnTo>
                  <a:pt x="2215356" y="2131218"/>
                </a:lnTo>
                <a:lnTo>
                  <a:pt x="2293937" y="2176462"/>
                </a:lnTo>
                <a:lnTo>
                  <a:pt x="2366168" y="2213768"/>
                </a:lnTo>
                <a:lnTo>
                  <a:pt x="2426493" y="2234406"/>
                </a:lnTo>
                <a:lnTo>
                  <a:pt x="2449512" y="2236787"/>
                </a:lnTo>
                <a:lnTo>
                  <a:pt x="2467768" y="2231231"/>
                </a:lnTo>
                <a:lnTo>
                  <a:pt x="2479675" y="2218531"/>
                </a:lnTo>
                <a:lnTo>
                  <a:pt x="2486025" y="2197893"/>
                </a:lnTo>
                <a:lnTo>
                  <a:pt x="2486025" y="2141537"/>
                </a:lnTo>
                <a:lnTo>
                  <a:pt x="2473325" y="2068512"/>
                </a:lnTo>
                <a:lnTo>
                  <a:pt x="2454275" y="1987550"/>
                </a:lnTo>
                <a:lnTo>
                  <a:pt x="2435225" y="1906587"/>
                </a:lnTo>
                <a:lnTo>
                  <a:pt x="2422525" y="1833562"/>
                </a:lnTo>
                <a:lnTo>
                  <a:pt x="2422525" y="1775618"/>
                </a:lnTo>
                <a:lnTo>
                  <a:pt x="2428875" y="1755775"/>
                </a:lnTo>
                <a:lnTo>
                  <a:pt x="2440781" y="1742281"/>
                </a:lnTo>
                <a:lnTo>
                  <a:pt x="2459037" y="1736725"/>
                </a:lnTo>
                <a:lnTo>
                  <a:pt x="2482056" y="1739106"/>
                </a:lnTo>
                <a:lnTo>
                  <a:pt x="2541587" y="1759743"/>
                </a:lnTo>
                <a:lnTo>
                  <a:pt x="2613818" y="1797050"/>
                </a:lnTo>
                <a:lnTo>
                  <a:pt x="2692400" y="1842293"/>
                </a:lnTo>
                <a:lnTo>
                  <a:pt x="2770981" y="1886743"/>
                </a:lnTo>
                <a:lnTo>
                  <a:pt x="2844006" y="1921668"/>
                </a:lnTo>
                <a:lnTo>
                  <a:pt x="2904331" y="1938337"/>
                </a:lnTo>
                <a:lnTo>
                  <a:pt x="2928143" y="1937543"/>
                </a:lnTo>
                <a:lnTo>
                  <a:pt x="2947193" y="1928812"/>
                </a:lnTo>
                <a:lnTo>
                  <a:pt x="2959893" y="1911350"/>
                </a:lnTo>
                <a:lnTo>
                  <a:pt x="2967831" y="1885950"/>
                </a:lnTo>
                <a:lnTo>
                  <a:pt x="2971006" y="1816100"/>
                </a:lnTo>
                <a:lnTo>
                  <a:pt x="2961481" y="1726406"/>
                </a:lnTo>
                <a:lnTo>
                  <a:pt x="2946400" y="1628775"/>
                </a:lnTo>
                <a:lnTo>
                  <a:pt x="2931318" y="1531143"/>
                </a:lnTo>
                <a:lnTo>
                  <a:pt x="2922587" y="1443037"/>
                </a:lnTo>
                <a:lnTo>
                  <a:pt x="2925762" y="1373981"/>
                </a:lnTo>
                <a:lnTo>
                  <a:pt x="2933700" y="1350168"/>
                </a:lnTo>
                <a:lnTo>
                  <a:pt x="2947193" y="1334293"/>
                </a:lnTo>
                <a:lnTo>
                  <a:pt x="2966243" y="1327943"/>
                </a:lnTo>
                <a:lnTo>
                  <a:pt x="2990056" y="1329531"/>
                </a:lnTo>
                <a:lnTo>
                  <a:pt x="3051175" y="1354931"/>
                </a:lnTo>
                <a:lnTo>
                  <a:pt x="3123406" y="1398587"/>
                </a:lnTo>
                <a:lnTo>
                  <a:pt x="3202781" y="1453356"/>
                </a:lnTo>
                <a:lnTo>
                  <a:pt x="3281362" y="1507331"/>
                </a:lnTo>
                <a:lnTo>
                  <a:pt x="3355181" y="1551781"/>
                </a:lnTo>
                <a:lnTo>
                  <a:pt x="3417093" y="1577181"/>
                </a:lnTo>
                <a:lnTo>
                  <a:pt x="3442493" y="1579562"/>
                </a:lnTo>
                <a:lnTo>
                  <a:pt x="3462337" y="1574006"/>
                </a:lnTo>
                <a:lnTo>
                  <a:pt x="3476625" y="1558925"/>
                </a:lnTo>
                <a:lnTo>
                  <a:pt x="3486150" y="1535906"/>
                </a:lnTo>
                <a:lnTo>
                  <a:pt x="3494087" y="1469231"/>
                </a:lnTo>
                <a:lnTo>
                  <a:pt x="3490912" y="1383506"/>
                </a:lnTo>
                <a:lnTo>
                  <a:pt x="3482181" y="1288256"/>
                </a:lnTo>
                <a:lnTo>
                  <a:pt x="3472656" y="1192212"/>
                </a:lnTo>
                <a:lnTo>
                  <a:pt x="3468687" y="1105693"/>
                </a:lnTo>
                <a:lnTo>
                  <a:pt x="3475037" y="1037431"/>
                </a:lnTo>
                <a:lnTo>
                  <a:pt x="3483768" y="1013618"/>
                </a:lnTo>
                <a:lnTo>
                  <a:pt x="3497262" y="996950"/>
                </a:lnTo>
                <a:lnTo>
                  <a:pt x="3515518" y="989012"/>
                </a:lnTo>
                <a:lnTo>
                  <a:pt x="3539331" y="989806"/>
                </a:lnTo>
                <a:lnTo>
                  <a:pt x="3596481" y="1008856"/>
                </a:lnTo>
                <a:lnTo>
                  <a:pt x="3663950" y="1046162"/>
                </a:lnTo>
                <a:lnTo>
                  <a:pt x="3736975" y="1092993"/>
                </a:lnTo>
                <a:lnTo>
                  <a:pt x="3810000" y="1139825"/>
                </a:lnTo>
                <a:lnTo>
                  <a:pt x="3877468" y="1177925"/>
                </a:lnTo>
                <a:lnTo>
                  <a:pt x="3934618" y="1198562"/>
                </a:lnTo>
                <a:lnTo>
                  <a:pt x="3958431" y="1199356"/>
                </a:lnTo>
                <a:lnTo>
                  <a:pt x="3976687" y="1192212"/>
                </a:lnTo>
                <a:lnTo>
                  <a:pt x="3990181" y="1177131"/>
                </a:lnTo>
                <a:lnTo>
                  <a:pt x="3999706" y="1153318"/>
                </a:lnTo>
                <a:lnTo>
                  <a:pt x="4006850" y="1088231"/>
                </a:lnTo>
                <a:lnTo>
                  <a:pt x="4004468" y="1004887"/>
                </a:lnTo>
                <a:lnTo>
                  <a:pt x="3996531" y="913606"/>
                </a:lnTo>
                <a:lnTo>
                  <a:pt x="3988593" y="822325"/>
                </a:lnTo>
                <a:lnTo>
                  <a:pt x="3985418" y="740568"/>
                </a:lnTo>
                <a:lnTo>
                  <a:pt x="3990975" y="677862"/>
                </a:lnTo>
                <a:lnTo>
                  <a:pt x="4012406" y="642143"/>
                </a:lnTo>
                <a:lnTo>
                  <a:pt x="4029868" y="637381"/>
                </a:lnTo>
                <a:lnTo>
                  <a:pt x="4051300" y="640556"/>
                </a:lnTo>
                <a:lnTo>
                  <a:pt x="4104481" y="665956"/>
                </a:lnTo>
                <a:lnTo>
                  <a:pt x="4167981" y="711200"/>
                </a:lnTo>
                <a:lnTo>
                  <a:pt x="4235450" y="765175"/>
                </a:lnTo>
                <a:lnTo>
                  <a:pt x="4302918" y="819943"/>
                </a:lnTo>
                <a:lnTo>
                  <a:pt x="4365625" y="865187"/>
                </a:lnTo>
                <a:lnTo>
                  <a:pt x="4418012" y="891381"/>
                </a:lnTo>
                <a:lnTo>
                  <a:pt x="4439443" y="895350"/>
                </a:lnTo>
                <a:lnTo>
                  <a:pt x="4456112" y="890587"/>
                </a:lnTo>
                <a:lnTo>
                  <a:pt x="4468018" y="877093"/>
                </a:lnTo>
                <a:lnTo>
                  <a:pt x="4475162" y="855662"/>
                </a:lnTo>
                <a:lnTo>
                  <a:pt x="4479131" y="792956"/>
                </a:lnTo>
                <a:lnTo>
                  <a:pt x="4473575" y="712787"/>
                </a:lnTo>
                <a:lnTo>
                  <a:pt x="4462462" y="623093"/>
                </a:lnTo>
                <a:lnTo>
                  <a:pt x="4451350" y="532606"/>
                </a:lnTo>
                <a:lnTo>
                  <a:pt x="4446587" y="450850"/>
                </a:lnTo>
                <a:lnTo>
                  <a:pt x="4452143" y="386556"/>
                </a:lnTo>
                <a:lnTo>
                  <a:pt x="4474368" y="349250"/>
                </a:lnTo>
                <a:lnTo>
                  <a:pt x="4492625" y="342106"/>
                </a:lnTo>
                <a:lnTo>
                  <a:pt x="4516437" y="342900"/>
                </a:lnTo>
                <a:lnTo>
                  <a:pt x="4575968" y="362743"/>
                </a:lnTo>
                <a:lnTo>
                  <a:pt x="4646612" y="400050"/>
                </a:lnTo>
                <a:lnTo>
                  <a:pt x="4722018" y="446087"/>
                </a:lnTo>
                <a:lnTo>
                  <a:pt x="4797425" y="491331"/>
                </a:lnTo>
                <a:lnTo>
                  <a:pt x="4867275" y="528637"/>
                </a:lnTo>
                <a:lnTo>
                  <a:pt x="4923631" y="549275"/>
                </a:lnTo>
                <a:lnTo>
                  <a:pt x="4945856" y="550862"/>
                </a:lnTo>
                <a:lnTo>
                  <a:pt x="4962525" y="544512"/>
                </a:lnTo>
                <a:lnTo>
                  <a:pt x="4973637" y="530225"/>
                </a:lnTo>
                <a:lnTo>
                  <a:pt x="4980781" y="509587"/>
                </a:lnTo>
                <a:lnTo>
                  <a:pt x="4981575" y="450056"/>
                </a:lnTo>
                <a:lnTo>
                  <a:pt x="4972050" y="373856"/>
                </a:lnTo>
                <a:lnTo>
                  <a:pt x="4955381" y="289718"/>
                </a:lnTo>
                <a:lnTo>
                  <a:pt x="4921250" y="126206"/>
                </a:lnTo>
                <a:lnTo>
                  <a:pt x="4913312" y="61912"/>
                </a:lnTo>
                <a:lnTo>
                  <a:pt x="4918075" y="20637"/>
                </a:lnTo>
                <a:lnTo>
                  <a:pt x="4926012" y="9525"/>
                </a:lnTo>
                <a:lnTo>
                  <a:pt x="4936331" y="2381"/>
                </a:lnTo>
                <a:lnTo>
                  <a:pt x="4964906" y="0"/>
                </a:lnTo>
                <a:lnTo>
                  <a:pt x="4999831" y="9525"/>
                </a:lnTo>
                <a:lnTo>
                  <a:pt x="5038725" y="26987"/>
                </a:lnTo>
                <a:lnTo>
                  <a:pt x="5114131" y="71437"/>
                </a:lnTo>
                <a:lnTo>
                  <a:pt x="5166518" y="100012"/>
                </a:lnTo>
              </a:path>
            </a:pathLst>
          </a:custGeom>
          <a:ln w="19050">
            <a:solidFill>
              <a:srgbClr val="C0504D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7000" y="5105399"/>
            <a:ext cx="1082673" cy="84828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0300" y="5232399"/>
            <a:ext cx="1288773" cy="914613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25600" y="4330699"/>
            <a:ext cx="927100" cy="927100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885031" y="5507037"/>
            <a:ext cx="1163320" cy="695325"/>
          </a:xfrm>
          <a:custGeom>
            <a:avLst/>
            <a:gdLst/>
            <a:ahLst/>
            <a:cxnLst/>
            <a:rect l="l" t="t" r="r" b="b"/>
            <a:pathLst>
              <a:path w="1163320" h="695325">
                <a:moveTo>
                  <a:pt x="0" y="695325"/>
                </a:moveTo>
                <a:lnTo>
                  <a:pt x="77787" y="661193"/>
                </a:lnTo>
                <a:lnTo>
                  <a:pt x="149225" y="625475"/>
                </a:lnTo>
                <a:lnTo>
                  <a:pt x="204787" y="587375"/>
                </a:lnTo>
                <a:lnTo>
                  <a:pt x="238125" y="546100"/>
                </a:lnTo>
                <a:lnTo>
                  <a:pt x="240506" y="523081"/>
                </a:lnTo>
                <a:lnTo>
                  <a:pt x="230981" y="498475"/>
                </a:lnTo>
                <a:lnTo>
                  <a:pt x="192881" y="446087"/>
                </a:lnTo>
                <a:lnTo>
                  <a:pt x="157162" y="393700"/>
                </a:lnTo>
                <a:lnTo>
                  <a:pt x="158750" y="347662"/>
                </a:lnTo>
                <a:lnTo>
                  <a:pt x="214312" y="301625"/>
                </a:lnTo>
                <a:lnTo>
                  <a:pt x="301625" y="254793"/>
                </a:lnTo>
                <a:lnTo>
                  <a:pt x="351631" y="235743"/>
                </a:lnTo>
                <a:lnTo>
                  <a:pt x="402431" y="222250"/>
                </a:lnTo>
                <a:lnTo>
                  <a:pt x="451643" y="215900"/>
                </a:lnTo>
                <a:lnTo>
                  <a:pt x="496887" y="218281"/>
                </a:lnTo>
                <a:lnTo>
                  <a:pt x="538956" y="236537"/>
                </a:lnTo>
                <a:lnTo>
                  <a:pt x="581818" y="270668"/>
                </a:lnTo>
                <a:lnTo>
                  <a:pt x="666750" y="363537"/>
                </a:lnTo>
                <a:lnTo>
                  <a:pt x="708818" y="409575"/>
                </a:lnTo>
                <a:lnTo>
                  <a:pt x="750887" y="446087"/>
                </a:lnTo>
                <a:lnTo>
                  <a:pt x="792956" y="467518"/>
                </a:lnTo>
                <a:lnTo>
                  <a:pt x="814387" y="469900"/>
                </a:lnTo>
                <a:lnTo>
                  <a:pt x="835025" y="466725"/>
                </a:lnTo>
                <a:lnTo>
                  <a:pt x="880268" y="438943"/>
                </a:lnTo>
                <a:lnTo>
                  <a:pt x="929481" y="388143"/>
                </a:lnTo>
                <a:lnTo>
                  <a:pt x="981075" y="321468"/>
                </a:lnTo>
                <a:lnTo>
                  <a:pt x="1031081" y="246062"/>
                </a:lnTo>
                <a:lnTo>
                  <a:pt x="1116806" y="97631"/>
                </a:lnTo>
                <a:lnTo>
                  <a:pt x="1162843" y="0"/>
                </a:lnTo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5900" y="5740400"/>
            <a:ext cx="914400" cy="914399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84300" y="4813299"/>
            <a:ext cx="464236" cy="595884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49400" y="5029199"/>
            <a:ext cx="914400" cy="914400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58807" y="5482962"/>
            <a:ext cx="973766" cy="317300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477000" y="1473199"/>
            <a:ext cx="1023991" cy="1023991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454298" y="2030614"/>
            <a:ext cx="908524" cy="296041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73433" y="4869518"/>
            <a:ext cx="643868" cy="1049945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916075" y="5698840"/>
            <a:ext cx="643868" cy="1049944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874770" y="3787553"/>
            <a:ext cx="643868" cy="1049944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438838" y="3845502"/>
            <a:ext cx="643868" cy="1049945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127476" y="4774820"/>
            <a:ext cx="643868" cy="1049945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333539" y="5700811"/>
            <a:ext cx="643868" cy="1049945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203695" y="5120016"/>
            <a:ext cx="71118" cy="71118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597635" y="5272416"/>
            <a:ext cx="71118" cy="71118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327341" y="5355805"/>
            <a:ext cx="71118" cy="71118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454526" y="6120680"/>
            <a:ext cx="71118" cy="71118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141099" y="6204070"/>
            <a:ext cx="71118" cy="71118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146849" y="4268876"/>
            <a:ext cx="71118" cy="71118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299249" y="3955450"/>
            <a:ext cx="71118" cy="71118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728360" y="5833133"/>
            <a:ext cx="71118" cy="71118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043333" y="3915193"/>
            <a:ext cx="71118" cy="71118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472443" y="5844635"/>
            <a:ext cx="71118" cy="71118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616216" y="6195443"/>
            <a:ext cx="71118" cy="71118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043333" y="6572129"/>
            <a:ext cx="71118" cy="71118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372465" y="5217782"/>
            <a:ext cx="71118" cy="71118"/>
          </a:xfrm>
          <a:prstGeom prst="rect">
            <a:avLst/>
          </a:prstGeom>
        </p:spPr>
      </p:pic>
      <p:pic>
        <p:nvPicPr>
          <p:cNvPr id="48" name="bg object 4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637008" y="5137270"/>
            <a:ext cx="71118" cy="71118"/>
          </a:xfrm>
          <a:prstGeom prst="rect">
            <a:avLst/>
          </a:prstGeom>
        </p:spPr>
      </p:pic>
      <p:pic>
        <p:nvPicPr>
          <p:cNvPr id="49" name="bg object 4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254570" y="5565714"/>
            <a:ext cx="71118" cy="71118"/>
          </a:xfrm>
          <a:prstGeom prst="rect">
            <a:avLst/>
          </a:prstGeom>
        </p:spPr>
      </p:pic>
      <p:pic>
        <p:nvPicPr>
          <p:cNvPr id="50" name="bg object 5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570208" y="4674318"/>
            <a:ext cx="71118" cy="71118"/>
          </a:xfrm>
          <a:prstGeom prst="rect">
            <a:avLst/>
          </a:prstGeom>
        </p:spPr>
      </p:pic>
      <p:pic>
        <p:nvPicPr>
          <p:cNvPr id="51" name="bg object 5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696728" y="4317759"/>
            <a:ext cx="71118" cy="71118"/>
          </a:xfrm>
          <a:prstGeom prst="rect">
            <a:avLst/>
          </a:prstGeom>
        </p:spPr>
      </p:pic>
      <p:pic>
        <p:nvPicPr>
          <p:cNvPr id="52" name="bg object 5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918140" y="4228620"/>
            <a:ext cx="71118" cy="71118"/>
          </a:xfrm>
          <a:prstGeom prst="rect">
            <a:avLst/>
          </a:prstGeom>
        </p:spPr>
      </p:pic>
      <p:sp>
        <p:nvSpPr>
          <p:cNvPr id="53" name="bg object 53"/>
          <p:cNvSpPr/>
          <p:nvPr/>
        </p:nvSpPr>
        <p:spPr>
          <a:xfrm>
            <a:off x="6977849" y="4347922"/>
            <a:ext cx="777875" cy="908050"/>
          </a:xfrm>
          <a:custGeom>
            <a:avLst/>
            <a:gdLst/>
            <a:ahLst/>
            <a:cxnLst/>
            <a:rect l="l" t="t" r="r" b="b"/>
            <a:pathLst>
              <a:path w="777875" h="908050">
                <a:moveTo>
                  <a:pt x="0" y="907658"/>
                </a:moveTo>
                <a:lnTo>
                  <a:pt x="777298" y="0"/>
                </a:lnTo>
              </a:path>
            </a:pathLst>
          </a:custGeom>
          <a:ln w="19050">
            <a:solidFill>
              <a:srgbClr val="C0504D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6187735" y="5291090"/>
            <a:ext cx="826135" cy="843915"/>
          </a:xfrm>
          <a:custGeom>
            <a:avLst/>
            <a:gdLst/>
            <a:ahLst/>
            <a:cxnLst/>
            <a:rect l="l" t="t" r="r" b="b"/>
            <a:pathLst>
              <a:path w="826134" h="843914">
                <a:moveTo>
                  <a:pt x="0" y="843379"/>
                </a:moveTo>
                <a:lnTo>
                  <a:pt x="825622" y="0"/>
                </a:lnTo>
              </a:path>
            </a:pathLst>
          </a:custGeom>
          <a:ln w="19050">
            <a:solidFill>
              <a:srgbClr val="C0504D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5584221" y="4357847"/>
            <a:ext cx="1988820" cy="1767839"/>
          </a:xfrm>
          <a:custGeom>
            <a:avLst/>
            <a:gdLst/>
            <a:ahLst/>
            <a:cxnLst/>
            <a:rect l="l" t="t" r="r" b="b"/>
            <a:pathLst>
              <a:path w="1988820" h="1767839">
                <a:moveTo>
                  <a:pt x="0" y="887263"/>
                </a:moveTo>
                <a:lnTo>
                  <a:pt x="1389247" y="927231"/>
                </a:lnTo>
              </a:path>
              <a:path w="1988820" h="1767839">
                <a:moveTo>
                  <a:pt x="727967" y="0"/>
                </a:moveTo>
                <a:lnTo>
                  <a:pt x="1418080" y="897146"/>
                </a:lnTo>
              </a:path>
              <a:path w="1988820" h="1767839">
                <a:moveTo>
                  <a:pt x="1411382" y="924366"/>
                </a:moveTo>
                <a:lnTo>
                  <a:pt x="1988429" y="1767744"/>
                </a:lnTo>
              </a:path>
            </a:pathLst>
          </a:custGeom>
          <a:ln w="19050">
            <a:solidFill>
              <a:srgbClr val="C0504D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6968618" y="5200722"/>
            <a:ext cx="1369060" cy="66675"/>
          </a:xfrm>
          <a:custGeom>
            <a:avLst/>
            <a:gdLst/>
            <a:ahLst/>
            <a:cxnLst/>
            <a:rect l="l" t="t" r="r" b="b"/>
            <a:pathLst>
              <a:path w="1369059" h="66675">
                <a:moveTo>
                  <a:pt x="1368435" y="0"/>
                </a:moveTo>
                <a:lnTo>
                  <a:pt x="0" y="66345"/>
                </a:lnTo>
              </a:path>
            </a:pathLst>
          </a:custGeom>
          <a:ln w="19050">
            <a:solidFill>
              <a:srgbClr val="C0504D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7" name="bg object 5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844868" y="2035409"/>
            <a:ext cx="296041" cy="9085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  <p:extLst>
      <p:ext uri="{BB962C8B-B14F-4D97-AF65-F5344CB8AC3E}">
        <p14:creationId xmlns:p14="http://schemas.microsoft.com/office/powerpoint/2010/main" val="12449306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  <p:extLst>
      <p:ext uri="{BB962C8B-B14F-4D97-AF65-F5344CB8AC3E}">
        <p14:creationId xmlns:p14="http://schemas.microsoft.com/office/powerpoint/2010/main" val="686915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B507E1-9FE7-58FF-B743-4553D5511B3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762" cy="1091184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4"/>
            <a:ext cx="10972800" cy="4525963"/>
          </a:xfrm>
          <a:prstGeom prst="rect">
            <a:avLst/>
          </a:prstGeom>
        </p:spPr>
        <p:txBody>
          <a:bodyPr vert="horz" lIns="91410" tIns="45705" rIns="91410" bIns="4570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reeform 7"/>
          <p:cNvSpPr/>
          <p:nvPr/>
        </p:nvSpPr>
        <p:spPr>
          <a:xfrm>
            <a:off x="1222377" y="997747"/>
            <a:ext cx="142876" cy="92869"/>
          </a:xfrm>
          <a:custGeom>
            <a:avLst/>
            <a:gdLst>
              <a:gd name="connsiteX0" fmla="*/ 0 w 107157"/>
              <a:gd name="connsiteY0" fmla="*/ 88106 h 92869"/>
              <a:gd name="connsiteX1" fmla="*/ 28575 w 107157"/>
              <a:gd name="connsiteY1" fmla="*/ 33337 h 92869"/>
              <a:gd name="connsiteX2" fmla="*/ 38100 w 107157"/>
              <a:gd name="connsiteY2" fmla="*/ 19050 h 92869"/>
              <a:gd name="connsiteX3" fmla="*/ 66675 w 107157"/>
              <a:gd name="connsiteY3" fmla="*/ 0 h 92869"/>
              <a:gd name="connsiteX4" fmla="*/ 107157 w 107157"/>
              <a:gd name="connsiteY4" fmla="*/ 45244 h 92869"/>
              <a:gd name="connsiteX5" fmla="*/ 78582 w 107157"/>
              <a:gd name="connsiteY5" fmla="*/ 92869 h 92869"/>
              <a:gd name="connsiteX6" fmla="*/ 0 w 107157"/>
              <a:gd name="connsiteY6" fmla="*/ 88106 h 92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157" h="92869">
                <a:moveTo>
                  <a:pt x="0" y="88106"/>
                </a:moveTo>
                <a:lnTo>
                  <a:pt x="28575" y="33337"/>
                </a:lnTo>
                <a:lnTo>
                  <a:pt x="38100" y="19050"/>
                </a:lnTo>
                <a:lnTo>
                  <a:pt x="66675" y="0"/>
                </a:lnTo>
                <a:lnTo>
                  <a:pt x="107157" y="45244"/>
                </a:lnTo>
                <a:lnTo>
                  <a:pt x="78582" y="92869"/>
                </a:lnTo>
                <a:lnTo>
                  <a:pt x="0" y="8810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05" rIns="91410" bIns="45705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27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ctr" defTabSz="91409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86" indent="-342786" algn="l" defTabSz="91409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703" indent="-285655" algn="l" defTabSz="914095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2619" indent="-228525" algn="l" defTabSz="91409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9666" indent="-228525" algn="l" defTabSz="91409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6715" indent="-228525" algn="l" defTabSz="91409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3760" indent="-228525" algn="l" defTabSz="91409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810" indent="-228525" algn="l" defTabSz="91409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57" indent="-228525" algn="l" defTabSz="91409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04" indent="-228525" algn="l" defTabSz="91409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47" algn="l" defTabSz="9140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95" algn="l" defTabSz="9140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43" algn="l" defTabSz="9140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91" algn="l" defTabSz="9140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38" algn="l" defTabSz="9140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85" algn="l" defTabSz="9140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33" algn="l" defTabSz="9140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81" algn="l" defTabSz="9140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109118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22377" y="997747"/>
            <a:ext cx="142877" cy="9286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54275" y="172179"/>
            <a:ext cx="5858509" cy="5940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3290" y="1622685"/>
            <a:ext cx="10825419" cy="4414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 u="sng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01368" y="6640542"/>
            <a:ext cx="216534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  <p:extLst>
      <p:ext uri="{BB962C8B-B14F-4D97-AF65-F5344CB8AC3E}">
        <p14:creationId xmlns:p14="http://schemas.microsoft.com/office/powerpoint/2010/main" val="3596291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</p:sldLayoutIdLst>
  <p:hf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msackiit/what-is-text-similarity-and-how-to-implement-it-c74c8b641883" TargetMode="External"/><Relationship Id="rId2" Type="http://schemas.openxmlformats.org/officeDocument/2006/relationships/hyperlink" Target="https://snap-stanford.github.io/cs224w-notes/network-methods/influence-maximiza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sentence-transformers/all-MiniLM-L6-v2" TargetMode="External"/><Relationship Id="rId5" Type="http://schemas.openxmlformats.org/officeDocument/2006/relationships/hyperlink" Target="https://www.kaggle.com/refs/hf-model/google-bert/bert-base-uncased" TargetMode="External"/><Relationship Id="rId4" Type="http://schemas.openxmlformats.org/officeDocument/2006/relationships/hyperlink" Target="https://www.kaggle.com/datasets/islamic/fake-news-classific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E5DA94D-6D52-D4D1-DE6F-E7AEF394E0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6105" y="2163038"/>
            <a:ext cx="10399789" cy="1811803"/>
          </a:xfrm>
        </p:spPr>
        <p:txBody>
          <a:bodyPr>
            <a:normAutofit/>
          </a:bodyPr>
          <a:lstStyle/>
          <a:p>
            <a:r>
              <a:rPr lang="en-US" sz="3600" dirty="0"/>
              <a:t>Influential Misinformation Social Media Post Tracer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A4BEB2E-78B3-5AAA-7AEF-EF57416172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974841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CDT Gikonyo Njendu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5E7F7-D5E8-808C-425D-AA05F600C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7997A-DFF6-48DD-96C5-CAFF27EAB30D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45C2CA-B21A-3392-F76C-F40800D6A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54" y="5022106"/>
            <a:ext cx="2566219" cy="17119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5FE180-3E75-CFE2-41FA-3D17F45A1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2229" y="5129419"/>
            <a:ext cx="3486150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831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BD353-6D30-53A5-D2E1-3D8A32186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056F1-EA50-B2B3-35E1-799B5E318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7997A-DFF6-48DD-96C5-CAFF27EAB30D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 descr="A group of people wearing masks&#10;&#10;AI-generated content may be incorrect.">
            <a:extLst>
              <a:ext uri="{FF2B5EF4-FFF2-40B4-BE49-F238E27FC236}">
                <a16:creationId xmlns:a16="http://schemas.microsoft.com/office/drawing/2014/main" id="{40FF285E-509B-18AF-B50D-C8018D7BE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23" y="1424766"/>
            <a:ext cx="3314987" cy="40084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8BC2B4-7017-5B1B-73A7-FAF3E026B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6549" y="1422927"/>
            <a:ext cx="2885294" cy="4202291"/>
          </a:xfrm>
          <a:prstGeom prst="rect">
            <a:avLst/>
          </a:prstGeom>
        </p:spPr>
      </p:pic>
      <p:pic>
        <p:nvPicPr>
          <p:cNvPr id="9" name="Picture 8" descr="A brown egg with a white background&#10;&#10;AI-generated content may be incorrect.">
            <a:extLst>
              <a:ext uri="{FF2B5EF4-FFF2-40B4-BE49-F238E27FC236}">
                <a16:creationId xmlns:a16="http://schemas.microsoft.com/office/drawing/2014/main" id="{049EFE53-33CA-BD07-93D7-B9A691D13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1495" y="1904047"/>
            <a:ext cx="5047168" cy="327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087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78BD5-61BD-C669-EA21-A0AE4A6BB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(Definition)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9260A-CCA1-A144-03B0-708E89805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7997A-DFF6-48DD-96C5-CAFF27EAB30D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8B7227-E093-0A78-5274-DB2FB164773C}"/>
              </a:ext>
            </a:extLst>
          </p:cNvPr>
          <p:cNvSpPr txBox="1"/>
          <p:nvPr/>
        </p:nvSpPr>
        <p:spPr>
          <a:xfrm>
            <a:off x="7020231" y="1873063"/>
            <a:ext cx="2633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Nodes: Social Media Posts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F8A995-7C54-D7B4-2F83-1BED1B484838}"/>
              </a:ext>
            </a:extLst>
          </p:cNvPr>
          <p:cNvSpPr txBox="1"/>
          <p:nvPr/>
        </p:nvSpPr>
        <p:spPr>
          <a:xfrm>
            <a:off x="7020231" y="3423774"/>
            <a:ext cx="487223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Edges: Influence on neighboring social media post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Connection: Similarity &gt; 0.5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Weight: (Similarity)/(1-0.5) –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Direction: Older posts point to newer posts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same date, no connection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47EEE1-4C61-92C3-CD3D-1B044A275947}"/>
              </a:ext>
            </a:extLst>
          </p:cNvPr>
          <p:cNvSpPr txBox="1"/>
          <p:nvPr/>
        </p:nvSpPr>
        <p:spPr>
          <a:xfrm>
            <a:off x="7047886" y="2335724"/>
            <a:ext cx="46559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Similarity: Score from 0 to 1 on how similar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BERT model by google (</a:t>
            </a:r>
            <a:r>
              <a:rPr lang="en-US" dirty="0" err="1"/>
              <a:t>HuggingFace</a:t>
            </a:r>
            <a:r>
              <a:rPr lang="en-US" dirty="0"/>
              <a:t> Model)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Semantic similarity, not lexical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5B6B02-6E25-2E6F-3B10-FCF9BCDC676F}"/>
              </a:ext>
            </a:extLst>
          </p:cNvPr>
          <p:cNvSpPr txBox="1"/>
          <p:nvPr/>
        </p:nvSpPr>
        <p:spPr>
          <a:xfrm>
            <a:off x="925266" y="5573422"/>
            <a:ext cx="10341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Dataset (Kaggle): </a:t>
            </a:r>
            <a:r>
              <a:rPr lang="en-US" dirty="0"/>
              <a:t>Textual dataset with 12,600 articles from reuter.com and 12,600 articles from different fake news outlet resources. The labels in the dataset are the title, text, subject, and date.</a:t>
            </a:r>
            <a:endParaRPr lang="en-US" b="1" dirty="0"/>
          </a:p>
        </p:txBody>
      </p:sp>
      <p:pic>
        <p:nvPicPr>
          <p:cNvPr id="1026" name="Picture 2" descr="Weighted directed graph í µí°º í® í° . | Download Scientific Diagram">
            <a:extLst>
              <a:ext uri="{FF2B5EF4-FFF2-40B4-BE49-F238E27FC236}">
                <a16:creationId xmlns:a16="http://schemas.microsoft.com/office/drawing/2014/main" id="{FD445934-0BBE-09DC-98B7-47C7733C9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246" y="1990725"/>
            <a:ext cx="5686425" cy="287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0531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46CF8-5816-A93F-FD13-2A1AE0C20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7997A-DFF6-48DD-96C5-CAFF27EAB30D}" type="slidenum">
              <a:rPr lang="en-US" smtClean="0"/>
              <a:t>4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809BBDB-28CA-4128-651D-45F022220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0563" y="-34925"/>
            <a:ext cx="6421437" cy="866775"/>
          </a:xfrm>
        </p:spPr>
        <p:txBody>
          <a:bodyPr/>
          <a:lstStyle/>
          <a:p>
            <a:r>
              <a:rPr lang="en-US" dirty="0"/>
              <a:t>Method (Procedure)</a:t>
            </a:r>
          </a:p>
        </p:txBody>
      </p:sp>
      <p:pic>
        <p:nvPicPr>
          <p:cNvPr id="9" name="Picture 8" descr="A diagram of a green and yellow chart&#10;&#10;AI-generated content may be incorrect.">
            <a:extLst>
              <a:ext uri="{FF2B5EF4-FFF2-40B4-BE49-F238E27FC236}">
                <a16:creationId xmlns:a16="http://schemas.microsoft.com/office/drawing/2014/main" id="{E98DDE1D-DADE-19DE-4871-2C683A5BF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0506" y="1531959"/>
            <a:ext cx="3867566" cy="33338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EB0F4C-0A9E-673C-6BF0-FE406CABA78E}"/>
              </a:ext>
            </a:extLst>
          </p:cNvPr>
          <p:cNvSpPr txBox="1"/>
          <p:nvPr/>
        </p:nvSpPr>
        <p:spPr>
          <a:xfrm>
            <a:off x="211811" y="1306475"/>
            <a:ext cx="3150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Independent Cascade Model</a:t>
            </a:r>
          </a:p>
        </p:txBody>
      </p:sp>
      <p:pic>
        <p:nvPicPr>
          <p:cNvPr id="2052" name="Picture 4" descr="Identifying influential nodes for influence maximization problem in social  networks using an improved discrete particle swarm optimization | Social  Network Analysis and Mining">
            <a:extLst>
              <a:ext uri="{FF2B5EF4-FFF2-40B4-BE49-F238E27FC236}">
                <a16:creationId xmlns:a16="http://schemas.microsoft.com/office/drawing/2014/main" id="{1E576126-5D77-3721-E90A-E17C2B8B9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096" y="2017969"/>
            <a:ext cx="4928898" cy="2554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84ED246-F10F-4144-F361-A481407B2433}"/>
                  </a:ext>
                </a:extLst>
              </p:cNvPr>
              <p:cNvSpPr txBox="1"/>
              <p:nvPr/>
            </p:nvSpPr>
            <p:spPr>
              <a:xfrm>
                <a:off x="936096" y="5149486"/>
                <a:ext cx="1004653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i="0" dirty="0">
                    <a:solidFill>
                      <a:srgbClr val="111111"/>
                    </a:solidFill>
                    <a:effectLst/>
                    <a:latin typeface="et-book"/>
                  </a:rPr>
                  <a:t>Most influential Set of size </a:t>
                </a:r>
                <a:r>
                  <a:rPr lang="en-US" b="0" i="0" dirty="0">
                    <a:solidFill>
                      <a:srgbClr val="111111"/>
                    </a:solidFill>
                    <a:effectLst/>
                    <a:latin typeface="MJXc-TeX-math-I"/>
                  </a:rPr>
                  <a:t>k</a:t>
                </a:r>
                <a:r>
                  <a:rPr lang="en-US" b="0" i="0" dirty="0">
                    <a:solidFill>
                      <a:srgbClr val="111111"/>
                    </a:solidFill>
                    <a:effectLst/>
                    <a:latin typeface="et-book"/>
                  </a:rPr>
                  <a:t> (</a:t>
                </a:r>
                <a:r>
                  <a:rPr lang="en-US" b="0" i="0" dirty="0">
                    <a:solidFill>
                      <a:srgbClr val="111111"/>
                    </a:solidFill>
                    <a:effectLst/>
                    <a:latin typeface="MJXc-TeX-math-I"/>
                  </a:rPr>
                  <a:t>k</a:t>
                </a:r>
                <a:r>
                  <a:rPr lang="en-US" b="0" i="0" dirty="0">
                    <a:solidFill>
                      <a:srgbClr val="111111"/>
                    </a:solidFill>
                    <a:effectLst/>
                    <a:latin typeface="et-book"/>
                  </a:rPr>
                  <a:t> is a user-defined parameter) is a set </a:t>
                </a:r>
                <a:r>
                  <a:rPr lang="en-US" b="0" i="0" dirty="0">
                    <a:solidFill>
                      <a:srgbClr val="111111"/>
                    </a:solidFill>
                    <a:effectLst/>
                    <a:latin typeface="MJXc-TeX-math-I"/>
                  </a:rPr>
                  <a:t>S</a:t>
                </a:r>
                <a:r>
                  <a:rPr lang="en-US" b="0" i="0" dirty="0">
                    <a:solidFill>
                      <a:srgbClr val="111111"/>
                    </a:solidFill>
                    <a:effectLst/>
                    <a:latin typeface="et-book"/>
                  </a:rPr>
                  <a:t> containing </a:t>
                </a:r>
                <a:r>
                  <a:rPr lang="en-US" b="0" i="0" dirty="0">
                    <a:solidFill>
                      <a:srgbClr val="111111"/>
                    </a:solidFill>
                    <a:effectLst/>
                    <a:latin typeface="MJXc-TeX-math-I"/>
                  </a:rPr>
                  <a:t>k</a:t>
                </a:r>
                <a:r>
                  <a:rPr lang="en-US" b="0" i="0" dirty="0">
                    <a:solidFill>
                      <a:srgbClr val="111111"/>
                    </a:solidFill>
                    <a:effectLst/>
                    <a:latin typeface="et-book"/>
                  </a:rPr>
                  <a:t> nodes that if activated, produces the largest expected cascade size f(s). </a:t>
                </a:r>
                <a:r>
                  <a:rPr lang="en-US" b="0" i="0" u="sng" dirty="0">
                    <a:solidFill>
                      <a:srgbClr val="111111"/>
                    </a:solidFill>
                    <a:effectLst/>
                    <a:latin typeface="et-book"/>
                  </a:rPr>
                  <a:t>Our k will be 10</a:t>
                </a:r>
                <a:r>
                  <a:rPr lang="en-US" b="0" i="0" dirty="0">
                    <a:solidFill>
                      <a:srgbClr val="111111"/>
                    </a:solidFill>
                    <a:effectLst/>
                    <a:latin typeface="et-book"/>
                  </a:rPr>
                  <a:t>.</a:t>
                </a:r>
              </a:p>
              <a:p>
                <a:r>
                  <a:rPr lang="en-US" b="1" dirty="0"/>
                  <a:t>Influence set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sub>
                    </m:sSub>
                  </m:oMath>
                </a14:m>
                <a:r>
                  <a:rPr lang="en-US" b="1" dirty="0"/>
                  <a:t> of node </a:t>
                </a:r>
                <a:r>
                  <a:rPr lang="en-US" dirty="0"/>
                  <a:t>u is the set of nodes that will be eventually activated by node u.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84ED246-F10F-4144-F361-A481407B2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096" y="5149486"/>
                <a:ext cx="10046536" cy="1200329"/>
              </a:xfrm>
              <a:prstGeom prst="rect">
                <a:avLst/>
              </a:prstGeom>
              <a:blipFill>
                <a:blip r:embed="rId4"/>
                <a:stretch>
                  <a:fillRect l="-546" t="-3046" r="-2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1717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87F5E-B918-9E6A-6810-A14A30C9F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7997A-DFF6-48DD-96C5-CAFF27EAB30D}" type="slidenum">
              <a:rPr lang="en-US" smtClean="0"/>
              <a:t>5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3AD55D0-7D24-5456-44BA-F64EE38DB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0563" y="-34925"/>
            <a:ext cx="6421437" cy="866775"/>
          </a:xfrm>
        </p:spPr>
        <p:txBody>
          <a:bodyPr/>
          <a:lstStyle/>
          <a:p>
            <a:r>
              <a:rPr lang="en-US" dirty="0"/>
              <a:t>Method (Procedure Cont.)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83AD3E-BB3A-F777-5EDA-CAD4B3F768EF}"/>
              </a:ext>
            </a:extLst>
          </p:cNvPr>
          <p:cNvSpPr txBox="1"/>
          <p:nvPr/>
        </p:nvSpPr>
        <p:spPr>
          <a:xfrm>
            <a:off x="2285998" y="3927345"/>
            <a:ext cx="1104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NP-hard!!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27991D-F2E9-2435-7EB5-728DCF68B6B4}"/>
                  </a:ext>
                </a:extLst>
              </p:cNvPr>
              <p:cNvSpPr txBox="1"/>
              <p:nvPr/>
            </p:nvSpPr>
            <p:spPr>
              <a:xfrm>
                <a:off x="1017637" y="3234171"/>
                <a:ext cx="4309898" cy="3896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Optimization problem: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lim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of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size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27991D-F2E9-2435-7EB5-728DCF68B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637" y="3234171"/>
                <a:ext cx="4309898" cy="389658"/>
              </a:xfrm>
              <a:prstGeom prst="rect">
                <a:avLst/>
              </a:prstGeom>
              <a:blipFill>
                <a:blip r:embed="rId2"/>
                <a:stretch>
                  <a:fillRect l="-1273" t="-7937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6C1C53E-EA8B-3111-1A16-4DB462404FD9}"/>
              </a:ext>
            </a:extLst>
          </p:cNvPr>
          <p:cNvSpPr txBox="1"/>
          <p:nvPr/>
        </p:nvSpPr>
        <p:spPr>
          <a:xfrm>
            <a:off x="3942733" y="3927345"/>
            <a:ext cx="1104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NP-hard!!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CCC587-0279-49D3-F27E-8F3052CCF2CC}"/>
              </a:ext>
            </a:extLst>
          </p:cNvPr>
          <p:cNvSpPr txBox="1"/>
          <p:nvPr/>
        </p:nvSpPr>
        <p:spPr>
          <a:xfrm>
            <a:off x="2837879" y="2561323"/>
            <a:ext cx="1104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NP-hard!!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AD0B57-0719-234A-9E09-65E6A7D74ADA}"/>
              </a:ext>
            </a:extLst>
          </p:cNvPr>
          <p:cNvSpPr txBox="1"/>
          <p:nvPr/>
        </p:nvSpPr>
        <p:spPr>
          <a:xfrm>
            <a:off x="5261533" y="3017239"/>
            <a:ext cx="1104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NP-hard!!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930BEC-CB6D-0C87-F1FD-4E2B0757DF7D}"/>
              </a:ext>
            </a:extLst>
          </p:cNvPr>
          <p:cNvSpPr txBox="1"/>
          <p:nvPr/>
        </p:nvSpPr>
        <p:spPr>
          <a:xfrm>
            <a:off x="817350" y="2710349"/>
            <a:ext cx="1104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NP-hard!!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EE03AB-B8CB-6507-1678-7E1CAECC6901}"/>
              </a:ext>
            </a:extLst>
          </p:cNvPr>
          <p:cNvSpPr txBox="1"/>
          <p:nvPr/>
        </p:nvSpPr>
        <p:spPr>
          <a:xfrm>
            <a:off x="352777" y="3927345"/>
            <a:ext cx="1104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NP-hard!!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837F48-9314-BB19-DC6A-1B647CD27CD5}"/>
              </a:ext>
            </a:extLst>
          </p:cNvPr>
          <p:cNvSpPr txBox="1"/>
          <p:nvPr/>
        </p:nvSpPr>
        <p:spPr>
          <a:xfrm>
            <a:off x="7010298" y="1370546"/>
            <a:ext cx="4544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Greedy approximation algorithm- Hill Climbing</a:t>
            </a:r>
          </a:p>
        </p:txBody>
      </p:sp>
      <p:pic>
        <p:nvPicPr>
          <p:cNvPr id="16" name="Picture 1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8D90C30-C108-4F02-BEBA-A22F06581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299" y="2229355"/>
            <a:ext cx="4828924" cy="17976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EB15B7E-4338-BC87-BA81-0109B8DAC6F4}"/>
                  </a:ext>
                </a:extLst>
              </p:cNvPr>
              <p:cNvSpPr txBox="1"/>
              <p:nvPr/>
            </p:nvSpPr>
            <p:spPr>
              <a:xfrm>
                <a:off x="6970339" y="5569687"/>
                <a:ext cx="4908844" cy="7619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Approximation guarantee: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)≥(1−</m:t>
                    </m:r>
                    <m:f>
                      <m:f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a:rPr lang="pt-BR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𝑂𝑃𝑇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OPT is the globally optimal solution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EB15B7E-4338-BC87-BA81-0109B8DAC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339" y="5569687"/>
                <a:ext cx="4908844" cy="761940"/>
              </a:xfrm>
              <a:prstGeom prst="rect">
                <a:avLst/>
              </a:prstGeom>
              <a:blipFill>
                <a:blip r:embed="rId4"/>
                <a:stretch>
                  <a:fillRect l="-993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1A3A2B22-7876-43E8-3B7E-27070BB49140}"/>
              </a:ext>
            </a:extLst>
          </p:cNvPr>
          <p:cNvSpPr txBox="1"/>
          <p:nvPr/>
        </p:nvSpPr>
        <p:spPr>
          <a:xfrm>
            <a:off x="6926950" y="4644955"/>
            <a:ext cx="4711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Augmentation on algorithm: Node may only be activated if it is misinformation.</a:t>
            </a:r>
          </a:p>
        </p:txBody>
      </p:sp>
    </p:spTree>
    <p:extLst>
      <p:ext uri="{BB962C8B-B14F-4D97-AF65-F5344CB8AC3E}">
        <p14:creationId xmlns:p14="http://schemas.microsoft.com/office/powerpoint/2010/main" val="1507930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2D912-70EE-48AF-7302-F01DEB27F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8BB03-59D5-FD11-C786-9721DFA0A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7997A-DFF6-48DD-96C5-CAFF27EAB30D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 descr="A graph of a number of blue rectangular objects&#10;&#10;AI-generated content may be incorrect.">
            <a:extLst>
              <a:ext uri="{FF2B5EF4-FFF2-40B4-BE49-F238E27FC236}">
                <a16:creationId xmlns:a16="http://schemas.microsoft.com/office/drawing/2014/main" id="{9A9E5A9C-2610-51D8-79D1-55DD2F956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363" y="1733403"/>
            <a:ext cx="5029636" cy="33911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27BF4C-B6C4-3389-3924-7BCB90A13B5E}"/>
              </a:ext>
            </a:extLst>
          </p:cNvPr>
          <p:cNvSpPr txBox="1"/>
          <p:nvPr/>
        </p:nvSpPr>
        <p:spPr>
          <a:xfrm>
            <a:off x="197608" y="1662990"/>
            <a:ext cx="910124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=====================================</a:t>
            </a:r>
          </a:p>
          <a:p>
            <a:r>
              <a:rPr lang="en-US" dirty="0"/>
              <a:t> MOST INFLUENTIAL MISINFORMATION POST</a:t>
            </a:r>
          </a:p>
          <a:p>
            <a:r>
              <a:rPr lang="en-US" dirty="0"/>
              <a:t>=====================================</a:t>
            </a:r>
          </a:p>
          <a:p>
            <a:r>
              <a:rPr lang="en-US" dirty="0"/>
              <a:t>Node ID: 429</a:t>
            </a:r>
          </a:p>
          <a:p>
            <a:r>
              <a:rPr lang="en-US" dirty="0"/>
              <a:t>Date: 2016-12-07 00:00:00</a:t>
            </a:r>
          </a:p>
          <a:p>
            <a:r>
              <a:rPr lang="en-US" dirty="0"/>
              <a:t>Label: fake</a:t>
            </a:r>
          </a:p>
          <a:p>
            <a:endParaRPr lang="en-US" dirty="0"/>
          </a:p>
          <a:p>
            <a:r>
              <a:rPr lang="en-US" dirty="0"/>
              <a:t>----- TEXT CONTENT -----</a:t>
            </a:r>
          </a:p>
          <a:p>
            <a:r>
              <a:rPr lang="en-US" dirty="0"/>
              <a:t> Democrats Introduce Legislation To Probe Russian Voting Hacks, ..... [423]</a:t>
            </a:r>
          </a:p>
          <a:p>
            <a:r>
              <a:rPr lang="en-US" dirty="0"/>
              <a:t>------------------------</a:t>
            </a:r>
          </a:p>
          <a:p>
            <a:endParaRPr lang="en-US" dirty="0"/>
          </a:p>
          <a:p>
            <a:r>
              <a:rPr lang="en-US" dirty="0"/>
              <a:t>Influence Cascade Size: 34 nodes</a:t>
            </a:r>
          </a:p>
          <a:p>
            <a:endParaRPr lang="en-US" dirty="0"/>
          </a:p>
          <a:p>
            <a:r>
              <a:rPr lang="en-US" dirty="0"/>
              <a:t>Nodes influenced by this post:</a:t>
            </a:r>
          </a:p>
          <a:p>
            <a:r>
              <a:rPr lang="en-US" dirty="0"/>
              <a:t>[384, 69, 582, 1479, 391, 726, 268, 399, 15, 275, 1108, 917, 1109, 151, 1048, 153, 154, 793, 27, 733, 1310, 479, 1119, 411, 98, 1247, 678, 1127, 429, 369, 626, 755, 184, 1214]</a:t>
            </a:r>
          </a:p>
        </p:txBody>
      </p:sp>
    </p:spTree>
    <p:extLst>
      <p:ext uri="{BB962C8B-B14F-4D97-AF65-F5344CB8AC3E}">
        <p14:creationId xmlns:p14="http://schemas.microsoft.com/office/powerpoint/2010/main" val="204621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CE538E-AF8A-5A1B-8701-B2347B2FC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789" y="0"/>
            <a:ext cx="4495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8" tIns="45714" rIns="91428" bIns="45714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Conclusions &amp; Future Work</a:t>
            </a:r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24A7C4-CFCE-64BD-0304-BCCF3DF9362F}"/>
              </a:ext>
            </a:extLst>
          </p:cNvPr>
          <p:cNvSpPr txBox="1"/>
          <p:nvPr/>
        </p:nvSpPr>
        <p:spPr>
          <a:xfrm>
            <a:off x="5327511" y="914400"/>
            <a:ext cx="644086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cs typeface="Arial" panose="020B0604020202020204" pitchFamily="34" charset="0"/>
            </a:endParaRPr>
          </a:p>
          <a:p>
            <a:r>
              <a:rPr lang="en-US" sz="1800" dirty="0">
                <a:cs typeface="Arial" panose="020B0604020202020204" pitchFamily="34" charset="0"/>
              </a:rPr>
              <a:t>Future Work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dirty="0">
                <a:cs typeface="Arial" panose="020B0604020202020204" pitchFamily="34" charset="0"/>
              </a:rPr>
              <a:t>Use this strategy with image + text social media posts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dirty="0">
                <a:cs typeface="Arial" panose="020B0604020202020204" pitchFamily="34" charset="0"/>
              </a:rPr>
              <a:t>Explore adversarial attacks on the network, an adversarial actor flooding the network with misinformation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dirty="0">
                <a:cs typeface="Arial" panose="020B0604020202020204" pitchFamily="34" charset="0"/>
              </a:rPr>
              <a:t>Convolutions on graph to improve influence representation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E5358-B4B1-F926-B2D0-00D8BA343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7997A-DFF6-48DD-96C5-CAFF27EAB30D}" type="slidenum">
              <a:rPr lang="en-US" smtClean="0"/>
              <a:t>7</a:t>
            </a:fld>
            <a:endParaRPr lang="en-US"/>
          </a:p>
        </p:txBody>
      </p:sp>
      <p:pic>
        <p:nvPicPr>
          <p:cNvPr id="9" name="Picture 8" descr="A shark swimming in water&#10;&#10;AI-generated content may be incorrect.">
            <a:extLst>
              <a:ext uri="{FF2B5EF4-FFF2-40B4-BE49-F238E27FC236}">
                <a16:creationId xmlns:a16="http://schemas.microsoft.com/office/drawing/2014/main" id="{23452BB1-1DF4-F8B4-7675-210E8A565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832" y="3499723"/>
            <a:ext cx="4091640" cy="3131242"/>
          </a:xfrm>
          <a:prstGeom prst="rect">
            <a:avLst/>
          </a:prstGeom>
        </p:spPr>
      </p:pic>
      <p:pic>
        <p:nvPicPr>
          <p:cNvPr id="10" name="Picture 9" descr="A blue and orange dots&#10;&#10;AI-generated content may be incorrect.">
            <a:extLst>
              <a:ext uri="{FF2B5EF4-FFF2-40B4-BE49-F238E27FC236}">
                <a16:creationId xmlns:a16="http://schemas.microsoft.com/office/drawing/2014/main" id="{414B30E5-7003-72DF-4758-DADE72DC4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13" y="1895400"/>
            <a:ext cx="5327373" cy="455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574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B0AABAD-B16E-F2F9-AB02-C3A557BD10D2}"/>
              </a:ext>
            </a:extLst>
          </p:cNvPr>
          <p:cNvSpPr txBox="1">
            <a:spLocks/>
          </p:cNvSpPr>
          <p:nvPr/>
        </p:nvSpPr>
        <p:spPr>
          <a:xfrm>
            <a:off x="896105" y="2523098"/>
            <a:ext cx="10399789" cy="1811803"/>
          </a:xfrm>
          <a:prstGeom prst="rect">
            <a:avLst/>
          </a:prstGeom>
          <a:ln>
            <a:noFill/>
          </a:ln>
        </p:spPr>
        <p:txBody>
          <a:bodyPr lIns="91390" tIns="45695" rIns="91390" bIns="45695" anchor="ctr">
            <a:normAutofit/>
          </a:bodyPr>
          <a:lstStyle>
            <a:lvl1pPr algn="ctr" defTabSz="914095" rtl="0" eaLnBrk="1" latinLnBrk="0" hangingPunct="1">
              <a:spcBef>
                <a:spcPct val="0"/>
              </a:spcBef>
              <a:buNone/>
              <a:defRPr sz="2400" b="1" i="1" kern="1200">
                <a:solidFill>
                  <a:schemeClr val="bg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sz="3600" dirty="0">
                <a:solidFill>
                  <a:schemeClr val="tx1"/>
                </a:solidFill>
              </a:rPr>
              <a:t>Questions?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A60436-5EDE-CEE9-35AE-1033F203C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7997A-DFF6-48DD-96C5-CAFF27EAB3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262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EB1B3-C96B-7A71-FA23-FAD35A9A2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63048-FD9C-DB8E-B6F0-BB2E11880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95172"/>
            <a:ext cx="109728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hlinkClick r:id="rId2"/>
              </a:rPr>
              <a:t>https://snap-stanford.github.io/cs224w-notes/network-methods/influence-maximization</a:t>
            </a:r>
            <a:endParaRPr lang="en-US" dirty="0"/>
          </a:p>
          <a:p>
            <a:r>
              <a:rPr lang="en-US" dirty="0">
                <a:hlinkClick r:id="rId3"/>
              </a:rPr>
              <a:t>https://medium.com/msackiit/what-is-text-similarity-and-how-to-implement-it-c74c8b641883</a:t>
            </a:r>
            <a:endParaRPr lang="en-US" dirty="0"/>
          </a:p>
          <a:p>
            <a:r>
              <a:rPr lang="en-US" dirty="0">
                <a:hlinkClick r:id="rId4"/>
              </a:rPr>
              <a:t>https://www.kaggle.com/datasets/islamic/fake-news-classification</a:t>
            </a:r>
            <a:endParaRPr lang="en-US" dirty="0"/>
          </a:p>
          <a:p>
            <a:r>
              <a:rPr lang="en-US" dirty="0">
                <a:hlinkClick r:id="rId5"/>
              </a:rPr>
              <a:t>https://www.kaggle.com/refs/hf-model/google-bert/bert-base-uncased</a:t>
            </a:r>
            <a:endParaRPr lang="en-US" dirty="0"/>
          </a:p>
          <a:p>
            <a:r>
              <a:rPr lang="en-US" dirty="0">
                <a:hlinkClick r:id="rId6"/>
              </a:rPr>
              <a:t>https://huggingface.co/sentence-transformers/all-MiniLM-L6-v2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C85AD-11B2-9674-7F08-14EB63F09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7997A-DFF6-48DD-96C5-CAFF27EAB30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80909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CBA258E4-7F0D-4B95-9B50-5A30D592C6FD}" vid="{AE7C33EC-C672-4A9B-90A5-0DFAAE02283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510</TotalTime>
  <Words>475</Words>
  <Application>Microsoft Office PowerPoint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Aptos</vt:lpstr>
      <vt:lpstr>Arial</vt:lpstr>
      <vt:lpstr>Calibri</vt:lpstr>
      <vt:lpstr>Cambria Math</vt:lpstr>
      <vt:lpstr>et-book</vt:lpstr>
      <vt:lpstr>MJXc-TeX-math-I</vt:lpstr>
      <vt:lpstr>Tahoma</vt:lpstr>
      <vt:lpstr>Wingdings</vt:lpstr>
      <vt:lpstr>Theme1</vt:lpstr>
      <vt:lpstr>Office Theme</vt:lpstr>
      <vt:lpstr>Influential Misinformation Social Media Post Tracer</vt:lpstr>
      <vt:lpstr>Introduction</vt:lpstr>
      <vt:lpstr>Method (Definition)</vt:lpstr>
      <vt:lpstr>Method (Procedure)</vt:lpstr>
      <vt:lpstr>Method (Procedure Cont.)</vt:lpstr>
      <vt:lpstr>Results</vt:lpstr>
      <vt:lpstr>PowerPoint Presentation</vt:lpstr>
      <vt:lpstr>PowerPoint Presentation</vt:lpstr>
      <vt:lpstr>Citations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Njendu, Gikonyo L CDT 2026</dc:creator>
  <cp:lastModifiedBy>Njendu, Gikonyo L CDT 2026</cp:lastModifiedBy>
  <cp:revision>1</cp:revision>
  <dcterms:created xsi:type="dcterms:W3CDTF">2025-12-10T03:46:03Z</dcterms:created>
  <dcterms:modified xsi:type="dcterms:W3CDTF">2025-12-10T17:41:36Z</dcterms:modified>
</cp:coreProperties>
</file>